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1"/>
  </p:sldMasterIdLst>
  <p:notesMasterIdLst>
    <p:notesMasterId r:id="rId6"/>
  </p:notesMasterIdLst>
  <p:handoutMasterIdLst>
    <p:handoutMasterId r:id="rId7"/>
  </p:handoutMasterIdLst>
  <p:sldIdLst>
    <p:sldId id="729" r:id="rId2"/>
    <p:sldId id="730" r:id="rId3"/>
    <p:sldId id="731" r:id="rId4"/>
    <p:sldId id="732" r:id="rId5"/>
  </p:sldIdLst>
  <p:sldSz cx="9144000" cy="6858000" type="screen4x3"/>
  <p:notesSz cx="7010400" cy="9296400"/>
  <p:defaultTextStyle>
    <a:defPPr>
      <a:defRPr lang="en-GB"/>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3702">
          <p15:clr>
            <a:srgbClr val="A4A3A4"/>
          </p15:clr>
        </p15:guide>
        <p15:guide id="2" orient="horz" pos="3884">
          <p15:clr>
            <a:srgbClr val="A4A3A4"/>
          </p15:clr>
        </p15:guide>
        <p15:guide id="3" orient="horz" pos="2160">
          <p15:clr>
            <a:srgbClr val="A4A3A4"/>
          </p15:clr>
        </p15:guide>
        <p15:guide id="4" pos="1973">
          <p15:clr>
            <a:srgbClr val="A4A3A4"/>
          </p15:clr>
        </p15:guide>
        <p15:guide id="5"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000099"/>
    <a:srgbClr val="00CCFF"/>
    <a:srgbClr val="CCECFF"/>
    <a:srgbClr val="BF171B"/>
    <a:srgbClr val="E41C21"/>
    <a:srgbClr val="EC141E"/>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AE3267-F41C-4067-9802-3E896832DB5F}" v="1" dt="2025-08-06T07:24:56.7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1714" autoAdjust="0"/>
    <p:restoredTop sz="93341" autoAdjust="0"/>
  </p:normalViewPr>
  <p:slideViewPr>
    <p:cSldViewPr showGuides="1">
      <p:cViewPr varScale="1">
        <p:scale>
          <a:sx n="83" d="100"/>
          <a:sy n="83" d="100"/>
        </p:scale>
        <p:origin x="1632" y="67"/>
      </p:cViewPr>
      <p:guideLst>
        <p:guide orient="horz" pos="3702"/>
        <p:guide orient="horz" pos="3884"/>
        <p:guide orient="horz" pos="2160"/>
        <p:guide pos="1973"/>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p:scale>
          <a:sx n="100" d="100"/>
          <a:sy n="100" d="100"/>
        </p:scale>
        <p:origin x="-798" y="504"/>
      </p:cViewPr>
      <p:guideLst>
        <p:guide orient="horz" pos="2928"/>
        <p:guide pos="2207"/>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ma Alsagaf" userId="ef587b5e-378a-4bb3-aa9f-3c15b98138a4" providerId="ADAL" clId="{0E11660E-18D6-4E95-81B5-9310F63D8EE0}"/>
    <pc:docChg chg="undo custSel modSld modMainMaster">
      <pc:chgData name="Fatma Alsagaf" userId="ef587b5e-378a-4bb3-aa9f-3c15b98138a4" providerId="ADAL" clId="{0E11660E-18D6-4E95-81B5-9310F63D8EE0}" dt="2025-08-06T12:13:32.901" v="4" actId="208"/>
      <pc:docMkLst>
        <pc:docMk/>
      </pc:docMkLst>
      <pc:sldChg chg="delSp mod">
        <pc:chgData name="Fatma Alsagaf" userId="ef587b5e-378a-4bb3-aa9f-3c15b98138a4" providerId="ADAL" clId="{0E11660E-18D6-4E95-81B5-9310F63D8EE0}" dt="2025-08-06T12:13:06.079" v="0" actId="478"/>
        <pc:sldMkLst>
          <pc:docMk/>
          <pc:sldMk cId="0" sldId="729"/>
        </pc:sldMkLst>
        <pc:picChg chg="del">
          <ac:chgData name="Fatma Alsagaf" userId="ef587b5e-378a-4bb3-aa9f-3c15b98138a4" providerId="ADAL" clId="{0E11660E-18D6-4E95-81B5-9310F63D8EE0}" dt="2025-08-06T12:13:06.079" v="0" actId="478"/>
          <ac:picMkLst>
            <pc:docMk/>
            <pc:sldMk cId="0" sldId="729"/>
            <ac:picMk id="3" creationId="{37636711-E122-41F9-B23D-F0E0D1901A8E}"/>
          </ac:picMkLst>
        </pc:picChg>
      </pc:sldChg>
      <pc:sldMasterChg chg="delSp modSp mod">
        <pc:chgData name="Fatma Alsagaf" userId="ef587b5e-378a-4bb3-aa9f-3c15b98138a4" providerId="ADAL" clId="{0E11660E-18D6-4E95-81B5-9310F63D8EE0}" dt="2025-08-06T12:13:32.901" v="4" actId="208"/>
        <pc:sldMasterMkLst>
          <pc:docMk/>
          <pc:sldMasterMk cId="0" sldId="2147483662"/>
        </pc:sldMasterMkLst>
        <pc:spChg chg="mod">
          <ac:chgData name="Fatma Alsagaf" userId="ef587b5e-378a-4bb3-aa9f-3c15b98138a4" providerId="ADAL" clId="{0E11660E-18D6-4E95-81B5-9310F63D8EE0}" dt="2025-08-06T12:13:32.901" v="4" actId="208"/>
          <ac:spMkLst>
            <pc:docMk/>
            <pc:sldMasterMk cId="0" sldId="2147483662"/>
            <ac:spMk id="1032" creationId="{00000000-0000-0000-0000-000000000000}"/>
          </ac:spMkLst>
        </pc:spChg>
        <pc:picChg chg="del">
          <ac:chgData name="Fatma Alsagaf" userId="ef587b5e-378a-4bb3-aa9f-3c15b98138a4" providerId="ADAL" clId="{0E11660E-18D6-4E95-81B5-9310F63D8EE0}" dt="2025-08-06T12:13:20.204" v="1" actId="478"/>
          <ac:picMkLst>
            <pc:docMk/>
            <pc:sldMasterMk cId="0" sldId="2147483662"/>
            <ac:picMk id="5126" creationId="{00000000-0000-0000-0000-000000000000}"/>
          </ac:picMkLst>
        </pc:picChg>
      </pc:sldMasterChg>
    </pc:docChg>
  </pc:docChgLst>
  <pc:docChgLst>
    <pc:chgData name="Cesar Alzona" userId="18282a70-b2c9-4c38-a544-e5a5c789ad2c" providerId="ADAL" clId="{031E5242-DA7D-46A4-A282-81A8E07D4FB2}"/>
    <pc:docChg chg="modSld">
      <pc:chgData name="Cesar Alzona" userId="18282a70-b2c9-4c38-a544-e5a5c789ad2c" providerId="ADAL" clId="{031E5242-DA7D-46A4-A282-81A8E07D4FB2}" dt="2024-05-17T09:58:12.015" v="1" actId="1076"/>
      <pc:docMkLst>
        <pc:docMk/>
      </pc:docMkLst>
      <pc:sldChg chg="addSp modSp mod">
        <pc:chgData name="Cesar Alzona" userId="18282a70-b2c9-4c38-a544-e5a5c789ad2c" providerId="ADAL" clId="{031E5242-DA7D-46A4-A282-81A8E07D4FB2}" dt="2024-05-17T09:58:12.015" v="1" actId="1076"/>
        <pc:sldMkLst>
          <pc:docMk/>
          <pc:sldMk cId="0" sldId="729"/>
        </pc:sldMkLst>
      </pc:sldChg>
    </pc:docChg>
  </pc:docChgLst>
  <pc:docChgLst>
    <pc:chgData name="Fatma Alsagaf" userId="ef587b5e-378a-4bb3-aa9f-3c15b98138a4" providerId="ADAL" clId="{FFAE3267-F41C-4067-9802-3E896832DB5F}"/>
    <pc:docChg chg="undo custSel modSld modNotesMaster modHandout">
      <pc:chgData name="Fatma Alsagaf" userId="ef587b5e-378a-4bb3-aa9f-3c15b98138a4" providerId="ADAL" clId="{FFAE3267-F41C-4067-9802-3E896832DB5F}" dt="2025-08-06T07:24:56.764" v="5"/>
      <pc:docMkLst>
        <pc:docMk/>
      </pc:docMkLst>
      <pc:sldChg chg="addSp delSp modSp mod">
        <pc:chgData name="Fatma Alsagaf" userId="ef587b5e-378a-4bb3-aa9f-3c15b98138a4" providerId="ADAL" clId="{FFAE3267-F41C-4067-9802-3E896832DB5F}" dt="2025-08-06T07:24:23.205" v="4" actId="478"/>
        <pc:sldMkLst>
          <pc:docMk/>
          <pc:sldMk cId="0" sldId="732"/>
        </pc:sldMkLst>
        <pc:spChg chg="add del mod">
          <ac:chgData name="Fatma Alsagaf" userId="ef587b5e-378a-4bb3-aa9f-3c15b98138a4" providerId="ADAL" clId="{FFAE3267-F41C-4067-9802-3E896832DB5F}" dt="2025-08-06T07:24:23.205" v="4" actId="478"/>
          <ac:spMkLst>
            <pc:docMk/>
            <pc:sldMk cId="0" sldId="732"/>
            <ac:spMk id="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bwMode="auto">
          <a:xfrm>
            <a:off x="0" y="0"/>
            <a:ext cx="3047359" cy="431833"/>
          </a:xfrm>
          <a:prstGeom prst="rect">
            <a:avLst/>
          </a:prstGeom>
          <a:noFill/>
          <a:ln w="9525">
            <a:noFill/>
            <a:miter lim="800000"/>
            <a:headEnd/>
            <a:tailEnd/>
          </a:ln>
          <a:effectLst/>
        </p:spPr>
        <p:txBody>
          <a:bodyPr vert="horz" wrap="square" lIns="92706" tIns="46353" rIns="92706" bIns="46353" numCol="1" anchor="t" anchorCtr="0" compatLnSpc="1">
            <a:prstTxWarp prst="textNoShape">
              <a:avLst/>
            </a:prstTxWarp>
          </a:bodyPr>
          <a:lstStyle>
            <a:lvl1pPr defTabSz="926367">
              <a:defRPr sz="1200" smtClean="0"/>
            </a:lvl1pPr>
          </a:lstStyle>
          <a:p>
            <a:pPr>
              <a:defRPr/>
            </a:pPr>
            <a:endParaRPr lang="en-GB" altLang="en-GB"/>
          </a:p>
        </p:txBody>
      </p:sp>
      <p:sp>
        <p:nvSpPr>
          <p:cNvPr id="90115" name="Rectangle 3"/>
          <p:cNvSpPr>
            <a:spLocks noGrp="1" noChangeArrowheads="1"/>
          </p:cNvSpPr>
          <p:nvPr>
            <p:ph type="dt" sz="quarter" idx="1"/>
          </p:nvPr>
        </p:nvSpPr>
        <p:spPr bwMode="auto">
          <a:xfrm>
            <a:off x="4008991" y="0"/>
            <a:ext cx="2966949" cy="431833"/>
          </a:xfrm>
          <a:prstGeom prst="rect">
            <a:avLst/>
          </a:prstGeom>
          <a:noFill/>
          <a:ln w="9525">
            <a:noFill/>
            <a:miter lim="800000"/>
            <a:headEnd/>
            <a:tailEnd/>
          </a:ln>
          <a:effectLst/>
        </p:spPr>
        <p:txBody>
          <a:bodyPr vert="horz" wrap="square" lIns="92706" tIns="46353" rIns="92706" bIns="46353" numCol="1" anchor="t" anchorCtr="0" compatLnSpc="1">
            <a:prstTxWarp prst="textNoShape">
              <a:avLst/>
            </a:prstTxWarp>
          </a:bodyPr>
          <a:lstStyle>
            <a:lvl1pPr algn="r" defTabSz="926367">
              <a:defRPr sz="1200" smtClean="0"/>
            </a:lvl1pPr>
          </a:lstStyle>
          <a:p>
            <a:pPr>
              <a:defRPr/>
            </a:pPr>
            <a:endParaRPr lang="en-GB" altLang="en-GB"/>
          </a:p>
        </p:txBody>
      </p:sp>
      <p:sp>
        <p:nvSpPr>
          <p:cNvPr id="90116" name="Rectangle 4"/>
          <p:cNvSpPr>
            <a:spLocks noGrp="1" noChangeArrowheads="1"/>
          </p:cNvSpPr>
          <p:nvPr>
            <p:ph type="ftr" sz="quarter" idx="2"/>
          </p:nvPr>
        </p:nvSpPr>
        <p:spPr bwMode="auto">
          <a:xfrm>
            <a:off x="0" y="8861568"/>
            <a:ext cx="3047359" cy="431833"/>
          </a:xfrm>
          <a:prstGeom prst="rect">
            <a:avLst/>
          </a:prstGeom>
          <a:noFill/>
          <a:ln w="9525">
            <a:noFill/>
            <a:miter lim="800000"/>
            <a:headEnd/>
            <a:tailEnd/>
          </a:ln>
          <a:effectLst/>
        </p:spPr>
        <p:txBody>
          <a:bodyPr vert="horz" wrap="square" lIns="92706" tIns="46353" rIns="92706" bIns="46353" numCol="1" anchor="b" anchorCtr="0" compatLnSpc="1">
            <a:prstTxWarp prst="textNoShape">
              <a:avLst/>
            </a:prstTxWarp>
          </a:bodyPr>
          <a:lstStyle>
            <a:lvl1pPr defTabSz="926367">
              <a:defRPr sz="1200" smtClean="0"/>
            </a:lvl1pPr>
          </a:lstStyle>
          <a:p>
            <a:pPr>
              <a:defRPr/>
            </a:pPr>
            <a:endParaRPr lang="en-GB" altLang="en-GB"/>
          </a:p>
        </p:txBody>
      </p:sp>
      <p:sp>
        <p:nvSpPr>
          <p:cNvPr id="90117" name="Rectangle 5"/>
          <p:cNvSpPr>
            <a:spLocks noGrp="1" noChangeArrowheads="1"/>
          </p:cNvSpPr>
          <p:nvPr>
            <p:ph type="sldNum" sz="quarter" idx="3"/>
          </p:nvPr>
        </p:nvSpPr>
        <p:spPr bwMode="auto">
          <a:xfrm>
            <a:off x="4008991" y="8861568"/>
            <a:ext cx="2966949" cy="431833"/>
          </a:xfrm>
          <a:prstGeom prst="rect">
            <a:avLst/>
          </a:prstGeom>
          <a:noFill/>
          <a:ln w="9525">
            <a:noFill/>
            <a:miter lim="800000"/>
            <a:headEnd/>
            <a:tailEnd/>
          </a:ln>
          <a:effectLst/>
        </p:spPr>
        <p:txBody>
          <a:bodyPr vert="horz" wrap="square" lIns="92706" tIns="46353" rIns="92706" bIns="46353" numCol="1" anchor="b" anchorCtr="0" compatLnSpc="1">
            <a:prstTxWarp prst="textNoShape">
              <a:avLst/>
            </a:prstTxWarp>
          </a:bodyPr>
          <a:lstStyle>
            <a:lvl1pPr algn="r" defTabSz="926367">
              <a:defRPr sz="1200" smtClean="0"/>
            </a:lvl1pPr>
          </a:lstStyle>
          <a:p>
            <a:pPr>
              <a:defRPr/>
            </a:pPr>
            <a:fld id="{3C5FCD38-E353-4815-B002-DD2CCDC0CB34}" type="slidenum">
              <a:rPr lang="en-GB" altLang="en-GB"/>
              <a:pPr>
                <a:defRPr/>
              </a:pPr>
              <a:t>‹#›</a:t>
            </a:fld>
            <a:endParaRPr lang="en-GB" altLang="en-GB"/>
          </a:p>
        </p:txBody>
      </p:sp>
    </p:spTree>
    <p:extLst>
      <p:ext uri="{BB962C8B-B14F-4D97-AF65-F5344CB8AC3E}">
        <p14:creationId xmlns:p14="http://schemas.microsoft.com/office/powerpoint/2010/main" val="24343966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1" y="0"/>
            <a:ext cx="3055563" cy="434832"/>
          </a:xfrm>
          <a:prstGeom prst="rect">
            <a:avLst/>
          </a:prstGeom>
          <a:noFill/>
          <a:ln w="9525">
            <a:noFill/>
            <a:miter lim="800000"/>
            <a:headEnd/>
            <a:tailEnd/>
          </a:ln>
          <a:effectLst/>
        </p:spPr>
        <p:txBody>
          <a:bodyPr vert="horz" wrap="square" lIns="90880" tIns="45440" rIns="90880" bIns="45440" numCol="1" anchor="t" anchorCtr="0" compatLnSpc="1">
            <a:prstTxWarp prst="textNoShape">
              <a:avLst/>
            </a:prstTxWarp>
          </a:bodyPr>
          <a:lstStyle>
            <a:lvl1pPr defTabSz="908798">
              <a:defRPr sz="1200" smtClean="0">
                <a:latin typeface="Helvetica" pitchFamily="34" charset="0"/>
              </a:defRPr>
            </a:lvl1pPr>
          </a:lstStyle>
          <a:p>
            <a:pPr>
              <a:defRPr/>
            </a:pPr>
            <a:endParaRPr lang="en-GB" altLang="en-GB"/>
          </a:p>
        </p:txBody>
      </p:sp>
      <p:sp>
        <p:nvSpPr>
          <p:cNvPr id="33795" name="Rectangle 3"/>
          <p:cNvSpPr>
            <a:spLocks noGrp="1" noChangeArrowheads="1"/>
          </p:cNvSpPr>
          <p:nvPr>
            <p:ph type="dt" idx="1"/>
          </p:nvPr>
        </p:nvSpPr>
        <p:spPr bwMode="auto">
          <a:xfrm>
            <a:off x="3940069" y="0"/>
            <a:ext cx="3057203" cy="434832"/>
          </a:xfrm>
          <a:prstGeom prst="rect">
            <a:avLst/>
          </a:prstGeom>
          <a:noFill/>
          <a:ln w="9525">
            <a:noFill/>
            <a:miter lim="800000"/>
            <a:headEnd/>
            <a:tailEnd/>
          </a:ln>
          <a:effectLst/>
        </p:spPr>
        <p:txBody>
          <a:bodyPr vert="horz" wrap="square" lIns="90880" tIns="45440" rIns="90880" bIns="45440" numCol="1" anchor="t" anchorCtr="0" compatLnSpc="1">
            <a:prstTxWarp prst="textNoShape">
              <a:avLst/>
            </a:prstTxWarp>
          </a:bodyPr>
          <a:lstStyle>
            <a:lvl1pPr algn="r" defTabSz="908798">
              <a:defRPr sz="1200" smtClean="0">
                <a:latin typeface="Helvetica" pitchFamily="34" charset="0"/>
              </a:defRPr>
            </a:lvl1pPr>
          </a:lstStyle>
          <a:p>
            <a:pPr>
              <a:defRPr/>
            </a:pPr>
            <a:endParaRPr lang="en-GB" altLang="en-GB"/>
          </a:p>
        </p:txBody>
      </p:sp>
      <p:sp>
        <p:nvSpPr>
          <p:cNvPr id="48132" name="Rectangle 4"/>
          <p:cNvSpPr>
            <a:spLocks noGrp="1" noRot="1" noChangeAspect="1" noChangeArrowheads="1" noTextEdit="1"/>
          </p:cNvSpPr>
          <p:nvPr>
            <p:ph type="sldImg" idx="2"/>
          </p:nvPr>
        </p:nvSpPr>
        <p:spPr bwMode="auto">
          <a:xfrm>
            <a:off x="1208088" y="727075"/>
            <a:ext cx="4649787" cy="3486150"/>
          </a:xfrm>
          <a:prstGeom prst="rect">
            <a:avLst/>
          </a:prstGeom>
          <a:noFill/>
          <a:ln w="9525">
            <a:solidFill>
              <a:srgbClr val="000000"/>
            </a:solidFill>
            <a:miter lim="800000"/>
            <a:headEnd/>
            <a:tailEnd/>
          </a:ln>
        </p:spPr>
      </p:sp>
      <p:sp>
        <p:nvSpPr>
          <p:cNvPr id="33797" name="Rectangle 5"/>
          <p:cNvSpPr>
            <a:spLocks noGrp="1" noChangeArrowheads="1"/>
          </p:cNvSpPr>
          <p:nvPr>
            <p:ph type="body" sz="quarter" idx="3"/>
          </p:nvPr>
        </p:nvSpPr>
        <p:spPr bwMode="auto">
          <a:xfrm>
            <a:off x="964915" y="4430785"/>
            <a:ext cx="5147852" cy="4138397"/>
          </a:xfrm>
          <a:prstGeom prst="rect">
            <a:avLst/>
          </a:prstGeom>
          <a:noFill/>
          <a:ln w="9525">
            <a:noFill/>
            <a:miter lim="800000"/>
            <a:headEnd/>
            <a:tailEnd/>
          </a:ln>
          <a:effectLst/>
        </p:spPr>
        <p:txBody>
          <a:bodyPr vert="horz" wrap="square" lIns="90880" tIns="45440" rIns="90880" bIns="45440" numCol="1" anchor="t" anchorCtr="0" compatLnSpc="1">
            <a:prstTxWarp prst="textNoShape">
              <a:avLst/>
            </a:prstTxWarp>
          </a:bodyPr>
          <a:lstStyle/>
          <a:p>
            <a:pPr lvl="0"/>
            <a:r>
              <a:rPr lang="en-GB" altLang="en-GB" noProof="0"/>
              <a:t>Click to edit Master text styles</a:t>
            </a:r>
          </a:p>
          <a:p>
            <a:pPr lvl="1"/>
            <a:r>
              <a:rPr lang="en-GB" altLang="en-GB" noProof="0"/>
              <a:t>Second level</a:t>
            </a:r>
          </a:p>
          <a:p>
            <a:pPr lvl="2"/>
            <a:r>
              <a:rPr lang="en-GB" altLang="en-GB" noProof="0"/>
              <a:t>Third level</a:t>
            </a:r>
          </a:p>
          <a:p>
            <a:pPr lvl="3"/>
            <a:r>
              <a:rPr lang="en-GB" altLang="en-GB" noProof="0"/>
              <a:t>Fourth level</a:t>
            </a:r>
          </a:p>
          <a:p>
            <a:pPr lvl="4"/>
            <a:r>
              <a:rPr lang="en-GB" altLang="en-GB" noProof="0"/>
              <a:t>Fifth level</a:t>
            </a:r>
          </a:p>
        </p:txBody>
      </p:sp>
      <p:sp>
        <p:nvSpPr>
          <p:cNvPr id="33798" name="Rectangle 6"/>
          <p:cNvSpPr>
            <a:spLocks noGrp="1" noChangeArrowheads="1"/>
          </p:cNvSpPr>
          <p:nvPr>
            <p:ph type="ftr" sz="quarter" idx="4"/>
          </p:nvPr>
        </p:nvSpPr>
        <p:spPr bwMode="auto">
          <a:xfrm>
            <a:off x="1" y="8861569"/>
            <a:ext cx="3055563" cy="434832"/>
          </a:xfrm>
          <a:prstGeom prst="rect">
            <a:avLst/>
          </a:prstGeom>
          <a:noFill/>
          <a:ln w="9525">
            <a:noFill/>
            <a:miter lim="800000"/>
            <a:headEnd/>
            <a:tailEnd/>
          </a:ln>
          <a:effectLst/>
        </p:spPr>
        <p:txBody>
          <a:bodyPr vert="horz" wrap="square" lIns="90880" tIns="45440" rIns="90880" bIns="45440" numCol="1" anchor="b" anchorCtr="0" compatLnSpc="1">
            <a:prstTxWarp prst="textNoShape">
              <a:avLst/>
            </a:prstTxWarp>
          </a:bodyPr>
          <a:lstStyle>
            <a:lvl1pPr defTabSz="908798">
              <a:defRPr sz="1200" smtClean="0">
                <a:latin typeface="Helvetica" pitchFamily="34" charset="0"/>
              </a:defRPr>
            </a:lvl1pPr>
          </a:lstStyle>
          <a:p>
            <a:pPr>
              <a:defRPr/>
            </a:pPr>
            <a:endParaRPr lang="en-GB" altLang="en-GB"/>
          </a:p>
        </p:txBody>
      </p:sp>
      <p:sp>
        <p:nvSpPr>
          <p:cNvPr id="33799" name="Rectangle 7"/>
          <p:cNvSpPr>
            <a:spLocks noGrp="1" noChangeArrowheads="1"/>
          </p:cNvSpPr>
          <p:nvPr>
            <p:ph type="sldNum" sz="quarter" idx="5"/>
          </p:nvPr>
        </p:nvSpPr>
        <p:spPr bwMode="auto">
          <a:xfrm>
            <a:off x="3940069" y="8861569"/>
            <a:ext cx="3057203" cy="434832"/>
          </a:xfrm>
          <a:prstGeom prst="rect">
            <a:avLst/>
          </a:prstGeom>
          <a:noFill/>
          <a:ln w="9525">
            <a:noFill/>
            <a:miter lim="800000"/>
            <a:headEnd/>
            <a:tailEnd/>
          </a:ln>
          <a:effectLst/>
        </p:spPr>
        <p:txBody>
          <a:bodyPr vert="horz" wrap="square" lIns="90880" tIns="45440" rIns="90880" bIns="45440" numCol="1" anchor="b" anchorCtr="0" compatLnSpc="1">
            <a:prstTxWarp prst="textNoShape">
              <a:avLst/>
            </a:prstTxWarp>
          </a:bodyPr>
          <a:lstStyle>
            <a:lvl1pPr algn="r" defTabSz="908798">
              <a:defRPr sz="1200" smtClean="0">
                <a:latin typeface="Helvetica" pitchFamily="34" charset="0"/>
              </a:defRPr>
            </a:lvl1pPr>
          </a:lstStyle>
          <a:p>
            <a:pPr>
              <a:defRPr/>
            </a:pPr>
            <a:fld id="{ED14B701-0277-468A-9978-50EC72526968}" type="slidenum">
              <a:rPr lang="en-GB" altLang="en-GB"/>
              <a:pPr>
                <a:defRPr/>
              </a:pPr>
              <a:t>‹#›</a:t>
            </a:fld>
            <a:endParaRPr lang="en-GB" altLang="en-GB"/>
          </a:p>
        </p:txBody>
      </p:sp>
    </p:spTree>
    <p:extLst>
      <p:ext uri="{BB962C8B-B14F-4D97-AF65-F5344CB8AC3E}">
        <p14:creationId xmlns:p14="http://schemas.microsoft.com/office/powerpoint/2010/main" val="24834039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22300" y="2130425"/>
            <a:ext cx="7772400" cy="1470025"/>
          </a:xfrm>
        </p:spPr>
        <p:txBody>
          <a:bodyPr/>
          <a:lstStyle>
            <a:lvl1pPr algn="ctr">
              <a:defRPr sz="2400"/>
            </a:lvl1pPr>
          </a:lstStyle>
          <a:p>
            <a:r>
              <a:rPr lang="en-US" dirty="0"/>
              <a:t>CLICK TO EDIT MASTER TITLE STYLE</a:t>
            </a:r>
            <a:endParaRPr lang="en-GB" dirty="0"/>
          </a:p>
        </p:txBody>
      </p:sp>
      <p:sp>
        <p:nvSpPr>
          <p:cNvPr id="3" name="Subtitle 2"/>
          <p:cNvSpPr>
            <a:spLocks noGrp="1"/>
          </p:cNvSpPr>
          <p:nvPr>
            <p:ph type="subTitle" idx="1" hasCustomPrompt="1"/>
          </p:nvPr>
        </p:nvSpPr>
        <p:spPr>
          <a:xfrm>
            <a:off x="1298552" y="3886200"/>
            <a:ext cx="6400800" cy="1752600"/>
          </a:xfrm>
        </p:spPr>
        <p:txBody>
          <a:bodyPr/>
          <a:lstStyle>
            <a:lvl1pPr marL="0" indent="0" algn="ctr">
              <a:buNone/>
              <a:defRPr sz="2200" b="1"/>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GB" dirty="0"/>
          </a:p>
        </p:txBody>
      </p:sp>
    </p:spTree>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200"/>
            </a:lvl1pPr>
          </a:lstStyle>
          <a:p>
            <a:r>
              <a:rPr lang="en-US" dirty="0"/>
              <a:t>CLICK TO EDIT MASTER TITLE STYLE</a:t>
            </a:r>
            <a:endParaRPr lang="en-GB" dirty="0"/>
          </a:p>
        </p:txBody>
      </p:sp>
      <p:sp>
        <p:nvSpPr>
          <p:cNvPr id="3" name="Content Placeholder 2"/>
          <p:cNvSpPr>
            <a:spLocks noGrp="1"/>
          </p:cNvSpPr>
          <p:nvPr>
            <p:ph idx="1"/>
          </p:nvPr>
        </p:nvSpPr>
        <p:spPr/>
        <p:txBody>
          <a:bodyPr/>
          <a:lstStyle>
            <a:lvl1pPr marL="457200" indent="-457200">
              <a:defRPr sz="2000"/>
            </a:lvl1pPr>
            <a:lvl2pPr marL="914400" indent="-457200">
              <a:defRPr sz="1800"/>
            </a:lvl2pPr>
            <a:lvl3pPr marL="1371600" indent="-457200">
              <a:defRPr sz="1600"/>
            </a:lvl3pPr>
            <a:lvl4pPr marL="1828800" indent="-457200">
              <a:defRPr sz="1400"/>
            </a:lvl4pPr>
            <a:lvl5pPr marL="2286000" indent="-4572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200"/>
            </a:lvl1pPr>
          </a:lstStyle>
          <a:p>
            <a:r>
              <a:rPr lang="en-US" dirty="0"/>
              <a:t>CLICK TO EDIT MASTER TITLE STYLE</a:t>
            </a:r>
            <a:endParaRPr lang="en-GB" dirty="0"/>
          </a:p>
        </p:txBody>
      </p:sp>
      <p:sp>
        <p:nvSpPr>
          <p:cNvPr id="3" name="Content Placeholder 2"/>
          <p:cNvSpPr>
            <a:spLocks noGrp="1"/>
          </p:cNvSpPr>
          <p:nvPr>
            <p:ph sz="half" idx="1"/>
          </p:nvPr>
        </p:nvSpPr>
        <p:spPr>
          <a:xfrm>
            <a:off x="619125" y="1462088"/>
            <a:ext cx="3883025" cy="4775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54550" y="1462088"/>
            <a:ext cx="3883025" cy="4775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200"/>
            </a:lvl1pPr>
          </a:lstStyle>
          <a:p>
            <a:r>
              <a:rPr lang="en-US" dirty="0"/>
              <a:t>CLICK TO EDIT MASTER TITLE STYLE</a:t>
            </a:r>
            <a:endParaRPr lang="en-GB" dirty="0"/>
          </a:p>
        </p:txBody>
      </p:sp>
    </p:spTree>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03263" y="401638"/>
            <a:ext cx="7737475" cy="817562"/>
          </a:xfrm>
        </p:spPr>
        <p:txBody>
          <a:bodyPr/>
          <a:lstStyle/>
          <a:p>
            <a:r>
              <a:rPr lang="en-US"/>
              <a:t>Click to edit Master title style</a:t>
            </a:r>
            <a:endParaRPr lang="en-GB"/>
          </a:p>
        </p:txBody>
      </p:sp>
      <p:sp>
        <p:nvSpPr>
          <p:cNvPr id="3" name="Table Placeholder 2"/>
          <p:cNvSpPr>
            <a:spLocks noGrp="1"/>
          </p:cNvSpPr>
          <p:nvPr>
            <p:ph type="tbl" idx="1"/>
          </p:nvPr>
        </p:nvSpPr>
        <p:spPr>
          <a:xfrm>
            <a:off x="685800" y="1752600"/>
            <a:ext cx="7772400" cy="4343400"/>
          </a:xfrm>
        </p:spPr>
        <p:txBody>
          <a:bodyPr/>
          <a:lstStyle/>
          <a:p>
            <a:pPr lvl="0"/>
            <a:endParaRPr lang="en-GB" noProof="0"/>
          </a:p>
        </p:txBody>
      </p:sp>
      <p:sp>
        <p:nvSpPr>
          <p:cNvPr id="4" name="Rectangle 4"/>
          <p:cNvSpPr>
            <a:spLocks noGrp="1" noChangeArrowheads="1"/>
          </p:cNvSpPr>
          <p:nvPr>
            <p:ph type="dt" sz="half" idx="10"/>
          </p:nvPr>
        </p:nvSpPr>
        <p:spPr>
          <a:xfrm>
            <a:off x="457200" y="6356350"/>
            <a:ext cx="2133600" cy="365125"/>
          </a:xfrm>
          <a:prstGeom prst="rect">
            <a:avLst/>
          </a:prstGeom>
        </p:spPr>
        <p:txBody>
          <a:bodyPr/>
          <a:lstStyle>
            <a:lvl1pPr>
              <a:defRPr smtClean="0"/>
            </a:lvl1pPr>
          </a:lstStyle>
          <a:p>
            <a:pPr>
              <a:defRPr/>
            </a:pPr>
            <a:fld id="{A395D2A1-8D04-4752-AE76-EF15FB06ADD2}" type="datetime3">
              <a:rPr lang="en-GB" altLang="en-GB"/>
              <a:pPr>
                <a:defRPr/>
              </a:pPr>
              <a:t>6 August, 2025</a:t>
            </a:fld>
            <a:endParaRPr lang="en-GB" altLang="en-GB">
              <a:latin typeface="Helvetica 45 Light"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19"/>
          <p:cNvSpPr>
            <a:spLocks noGrp="1" noChangeArrowheads="1"/>
          </p:cNvSpPr>
          <p:nvPr>
            <p:ph type="title"/>
          </p:nvPr>
        </p:nvSpPr>
        <p:spPr bwMode="auto">
          <a:xfrm>
            <a:off x="603250" y="428625"/>
            <a:ext cx="7920038" cy="817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ltLang="en-GB" dirty="0"/>
              <a:t>CLICK TO EDIT MASTER TITLE STYLE</a:t>
            </a:r>
          </a:p>
        </p:txBody>
      </p:sp>
      <p:sp>
        <p:nvSpPr>
          <p:cNvPr id="5123" name="Rectangle 3"/>
          <p:cNvSpPr>
            <a:spLocks noGrp="1" noChangeArrowheads="1"/>
          </p:cNvSpPr>
          <p:nvPr>
            <p:ph type="body" idx="1"/>
          </p:nvPr>
        </p:nvSpPr>
        <p:spPr bwMode="auto">
          <a:xfrm>
            <a:off x="619125" y="1462088"/>
            <a:ext cx="7918450" cy="4775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ltLang="en-GB" dirty="0"/>
              <a:t>Appropriate sub heading/bullet</a:t>
            </a:r>
          </a:p>
          <a:p>
            <a:pPr lvl="1"/>
            <a:r>
              <a:rPr lang="en-GB" altLang="en-GB" dirty="0"/>
              <a:t>Second level</a:t>
            </a:r>
          </a:p>
          <a:p>
            <a:pPr lvl="2"/>
            <a:r>
              <a:rPr lang="en-GB" altLang="en-GB" dirty="0"/>
              <a:t>Third level</a:t>
            </a:r>
          </a:p>
          <a:p>
            <a:pPr lvl="3"/>
            <a:r>
              <a:rPr lang="en-GB" altLang="en-GB" dirty="0"/>
              <a:t>Fourth level</a:t>
            </a:r>
          </a:p>
          <a:p>
            <a:pPr lvl="4"/>
            <a:r>
              <a:rPr lang="en-GB" altLang="en-GB" dirty="0"/>
              <a:t>Fifth level</a:t>
            </a:r>
          </a:p>
        </p:txBody>
      </p:sp>
      <p:sp>
        <p:nvSpPr>
          <p:cNvPr id="1032" name="Line 8"/>
          <p:cNvSpPr>
            <a:spLocks noChangeShapeType="1"/>
          </p:cNvSpPr>
          <p:nvPr/>
        </p:nvSpPr>
        <p:spPr bwMode="auto">
          <a:xfrm>
            <a:off x="633413" y="1066800"/>
            <a:ext cx="7807325" cy="0"/>
          </a:xfrm>
          <a:prstGeom prst="line">
            <a:avLst/>
          </a:prstGeom>
          <a:noFill/>
          <a:ln w="57150">
            <a:solidFill>
              <a:schemeClr val="tx1"/>
            </a:solidFill>
            <a:round/>
            <a:headEnd/>
            <a:tailEnd/>
          </a:ln>
          <a:effectLst/>
        </p:spPr>
        <p:txBody>
          <a:bodyPr wrap="none" anchor="ctr"/>
          <a:lstStyle/>
          <a:p>
            <a:pPr eaLnBrk="0" hangingPunct="0">
              <a:defRPr/>
            </a:pPr>
            <a:endParaRPr lang="en-GB" dirty="0">
              <a:latin typeface="Helvetica 45 Light" pitchFamily="34" charset="0"/>
            </a:endParaRPr>
          </a:p>
        </p:txBody>
      </p:sp>
      <p:sp>
        <p:nvSpPr>
          <p:cNvPr id="3" name="TextBox 2">
            <a:extLst>
              <a:ext uri="{FF2B5EF4-FFF2-40B4-BE49-F238E27FC236}">
                <a16:creationId xmlns:a16="http://schemas.microsoft.com/office/drawing/2014/main" id="{6D1F3622-008A-B131-B05B-A3D9488C52A2}"/>
              </a:ext>
            </a:extLst>
          </p:cNvPr>
          <p:cNvSpPr txBox="1"/>
          <p:nvPr userDrawn="1">
            <p:extLst>
              <p:ext uri="{1162E1C5-73C7-4A58-AE30-91384D911F3F}">
                <p184:classification xmlns:p184="http://schemas.microsoft.com/office/powerpoint/2018/4/main" val="ftr"/>
              </p:ext>
            </p:extLst>
          </p:nvPr>
        </p:nvSpPr>
        <p:spPr>
          <a:xfrm>
            <a:off x="3780600" y="6642100"/>
            <a:ext cx="1611312"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Internal Use: Al-Futtaim Group</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Lst>
  <p:transition spd="slow">
    <p:wipe dir="r"/>
  </p:transition>
  <p:txStyles>
    <p:titleStyle>
      <a:lvl1pPr algn="l" rtl="0" eaLnBrk="0" fontAlgn="base" hangingPunct="0">
        <a:lnSpc>
          <a:spcPct val="85000"/>
        </a:lnSpc>
        <a:spcBef>
          <a:spcPct val="0"/>
        </a:spcBef>
        <a:spcAft>
          <a:spcPct val="0"/>
        </a:spcAft>
        <a:defRPr sz="2200" b="1">
          <a:solidFill>
            <a:schemeClr val="tx1"/>
          </a:solidFill>
          <a:latin typeface="+mj-lt"/>
          <a:ea typeface="+mj-ea"/>
          <a:cs typeface="+mj-cs"/>
        </a:defRPr>
      </a:lvl1pPr>
      <a:lvl2pPr algn="l" rtl="0" eaLnBrk="0" fontAlgn="base" hangingPunct="0">
        <a:lnSpc>
          <a:spcPct val="85000"/>
        </a:lnSpc>
        <a:spcBef>
          <a:spcPct val="0"/>
        </a:spcBef>
        <a:spcAft>
          <a:spcPct val="0"/>
        </a:spcAft>
        <a:defRPr sz="2400" b="1">
          <a:solidFill>
            <a:schemeClr val="tx1"/>
          </a:solidFill>
          <a:latin typeface="Arial" pitchFamily="34" charset="0"/>
        </a:defRPr>
      </a:lvl2pPr>
      <a:lvl3pPr algn="l" rtl="0" eaLnBrk="0" fontAlgn="base" hangingPunct="0">
        <a:lnSpc>
          <a:spcPct val="85000"/>
        </a:lnSpc>
        <a:spcBef>
          <a:spcPct val="0"/>
        </a:spcBef>
        <a:spcAft>
          <a:spcPct val="0"/>
        </a:spcAft>
        <a:defRPr sz="2400" b="1">
          <a:solidFill>
            <a:schemeClr val="tx1"/>
          </a:solidFill>
          <a:latin typeface="Arial" pitchFamily="34" charset="0"/>
        </a:defRPr>
      </a:lvl3pPr>
      <a:lvl4pPr algn="l" rtl="0" eaLnBrk="0" fontAlgn="base" hangingPunct="0">
        <a:lnSpc>
          <a:spcPct val="85000"/>
        </a:lnSpc>
        <a:spcBef>
          <a:spcPct val="0"/>
        </a:spcBef>
        <a:spcAft>
          <a:spcPct val="0"/>
        </a:spcAft>
        <a:defRPr sz="2400" b="1">
          <a:solidFill>
            <a:schemeClr val="tx1"/>
          </a:solidFill>
          <a:latin typeface="Arial" pitchFamily="34" charset="0"/>
        </a:defRPr>
      </a:lvl4pPr>
      <a:lvl5pPr algn="l" rtl="0" eaLnBrk="0" fontAlgn="base" hangingPunct="0">
        <a:lnSpc>
          <a:spcPct val="85000"/>
        </a:lnSpc>
        <a:spcBef>
          <a:spcPct val="0"/>
        </a:spcBef>
        <a:spcAft>
          <a:spcPct val="0"/>
        </a:spcAft>
        <a:defRPr sz="2400" b="1">
          <a:solidFill>
            <a:schemeClr val="tx1"/>
          </a:solidFill>
          <a:latin typeface="Arial" pitchFamily="34" charset="0"/>
        </a:defRPr>
      </a:lvl5pPr>
      <a:lvl6pPr marL="457200" algn="l" rtl="0" fontAlgn="base">
        <a:lnSpc>
          <a:spcPct val="85000"/>
        </a:lnSpc>
        <a:spcBef>
          <a:spcPct val="0"/>
        </a:spcBef>
        <a:spcAft>
          <a:spcPct val="0"/>
        </a:spcAft>
        <a:defRPr sz="2400" b="1">
          <a:solidFill>
            <a:schemeClr val="tx1"/>
          </a:solidFill>
          <a:latin typeface="Arial" pitchFamily="34" charset="0"/>
        </a:defRPr>
      </a:lvl6pPr>
      <a:lvl7pPr marL="914400" algn="l" rtl="0" fontAlgn="base">
        <a:lnSpc>
          <a:spcPct val="85000"/>
        </a:lnSpc>
        <a:spcBef>
          <a:spcPct val="0"/>
        </a:spcBef>
        <a:spcAft>
          <a:spcPct val="0"/>
        </a:spcAft>
        <a:defRPr sz="2400" b="1">
          <a:solidFill>
            <a:schemeClr val="tx1"/>
          </a:solidFill>
          <a:latin typeface="Arial" pitchFamily="34" charset="0"/>
        </a:defRPr>
      </a:lvl7pPr>
      <a:lvl8pPr marL="1371600" algn="l" rtl="0" fontAlgn="base">
        <a:lnSpc>
          <a:spcPct val="85000"/>
        </a:lnSpc>
        <a:spcBef>
          <a:spcPct val="0"/>
        </a:spcBef>
        <a:spcAft>
          <a:spcPct val="0"/>
        </a:spcAft>
        <a:defRPr sz="2400" b="1">
          <a:solidFill>
            <a:schemeClr val="tx1"/>
          </a:solidFill>
          <a:latin typeface="Arial" pitchFamily="34" charset="0"/>
        </a:defRPr>
      </a:lvl8pPr>
      <a:lvl9pPr marL="1828800" algn="l" rtl="0" fontAlgn="base">
        <a:lnSpc>
          <a:spcPct val="85000"/>
        </a:lnSpc>
        <a:spcBef>
          <a:spcPct val="0"/>
        </a:spcBef>
        <a:spcAft>
          <a:spcPct val="0"/>
        </a:spcAft>
        <a:defRPr sz="2400" b="1">
          <a:solidFill>
            <a:schemeClr val="tx1"/>
          </a:solidFill>
          <a:latin typeface="Arial" pitchFamily="34" charset="0"/>
        </a:defRPr>
      </a:lvl9pPr>
    </p:titleStyle>
    <p:bodyStyle>
      <a:lvl1pPr marL="457200" indent="-457200" algn="just" rtl="0" eaLnBrk="0" fontAlgn="base" hangingPunct="0">
        <a:spcBef>
          <a:spcPts val="600"/>
        </a:spcBef>
        <a:spcAft>
          <a:spcPts val="600"/>
        </a:spcAft>
        <a:buClr>
          <a:srgbClr val="A50021"/>
        </a:buClr>
        <a:buChar char="•"/>
        <a:defRPr sz="2000">
          <a:solidFill>
            <a:schemeClr val="tx1"/>
          </a:solidFill>
          <a:latin typeface="+mn-lt"/>
          <a:ea typeface="+mn-ea"/>
          <a:cs typeface="+mn-cs"/>
        </a:defRPr>
      </a:lvl1pPr>
      <a:lvl2pPr marL="914400" indent="-457200" algn="just" rtl="0" eaLnBrk="0" fontAlgn="base" hangingPunct="0">
        <a:spcBef>
          <a:spcPts val="600"/>
        </a:spcBef>
        <a:spcAft>
          <a:spcPts val="600"/>
        </a:spcAft>
        <a:buChar char="–"/>
        <a:defRPr sz="1800">
          <a:solidFill>
            <a:schemeClr val="tx1"/>
          </a:solidFill>
          <a:latin typeface="+mn-lt"/>
        </a:defRPr>
      </a:lvl2pPr>
      <a:lvl3pPr marL="1371600" indent="-457200" algn="just" rtl="0" eaLnBrk="0" fontAlgn="base" hangingPunct="0">
        <a:spcBef>
          <a:spcPts val="600"/>
        </a:spcBef>
        <a:spcAft>
          <a:spcPts val="600"/>
        </a:spcAft>
        <a:buChar char="•"/>
        <a:defRPr sz="1600">
          <a:solidFill>
            <a:schemeClr val="tx1"/>
          </a:solidFill>
          <a:latin typeface="+mn-lt"/>
        </a:defRPr>
      </a:lvl3pPr>
      <a:lvl4pPr marL="1828800" indent="-457200" algn="just" rtl="0" eaLnBrk="0" fontAlgn="base" hangingPunct="0">
        <a:spcBef>
          <a:spcPts val="600"/>
        </a:spcBef>
        <a:spcAft>
          <a:spcPts val="600"/>
        </a:spcAft>
        <a:buChar char="–"/>
        <a:defRPr sz="1400">
          <a:solidFill>
            <a:schemeClr val="tx1"/>
          </a:solidFill>
          <a:latin typeface="+mn-lt"/>
        </a:defRPr>
      </a:lvl4pPr>
      <a:lvl5pPr marL="2286000" indent="-457200" algn="just" rtl="0" eaLnBrk="0" fontAlgn="base" hangingPunct="0">
        <a:spcBef>
          <a:spcPts val="600"/>
        </a:spcBef>
        <a:spcAft>
          <a:spcPts val="600"/>
        </a:spcAft>
        <a:buChar char="»"/>
        <a:defRPr sz="1200">
          <a:solidFill>
            <a:schemeClr val="tx1"/>
          </a:solidFill>
          <a:latin typeface="+mn-lt"/>
        </a:defRPr>
      </a:lvl5pPr>
      <a:lvl6pPr marL="2438400" indent="-228600" algn="just" rtl="0" fontAlgn="base">
        <a:spcBef>
          <a:spcPct val="30000"/>
        </a:spcBef>
        <a:spcAft>
          <a:spcPct val="30000"/>
        </a:spcAft>
        <a:buChar char="»"/>
        <a:defRPr sz="1400">
          <a:solidFill>
            <a:schemeClr val="tx1"/>
          </a:solidFill>
          <a:latin typeface="+mn-lt"/>
        </a:defRPr>
      </a:lvl6pPr>
      <a:lvl7pPr marL="2895600" indent="-228600" algn="just" rtl="0" fontAlgn="base">
        <a:spcBef>
          <a:spcPct val="30000"/>
        </a:spcBef>
        <a:spcAft>
          <a:spcPct val="30000"/>
        </a:spcAft>
        <a:buChar char="»"/>
        <a:defRPr sz="1400">
          <a:solidFill>
            <a:schemeClr val="tx1"/>
          </a:solidFill>
          <a:latin typeface="+mn-lt"/>
        </a:defRPr>
      </a:lvl7pPr>
      <a:lvl8pPr marL="3352800" indent="-228600" algn="just" rtl="0" fontAlgn="base">
        <a:spcBef>
          <a:spcPct val="30000"/>
        </a:spcBef>
        <a:spcAft>
          <a:spcPct val="30000"/>
        </a:spcAft>
        <a:buChar char="»"/>
        <a:defRPr sz="1400">
          <a:solidFill>
            <a:schemeClr val="tx1"/>
          </a:solidFill>
          <a:latin typeface="+mn-lt"/>
        </a:defRPr>
      </a:lvl8pPr>
      <a:lvl9pPr marL="3810000" indent="-228600" algn="just" rtl="0" fontAlgn="base">
        <a:spcBef>
          <a:spcPct val="30000"/>
        </a:spcBef>
        <a:spcAft>
          <a:spcPct val="30000"/>
        </a:spcAft>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KITCHEN KNIFE</a:t>
            </a:r>
          </a:p>
        </p:txBody>
      </p:sp>
      <p:sp>
        <p:nvSpPr>
          <p:cNvPr id="9" name="TextBox 8"/>
          <p:cNvSpPr txBox="1"/>
          <p:nvPr/>
        </p:nvSpPr>
        <p:spPr>
          <a:xfrm>
            <a:off x="611944" y="2204864"/>
            <a:ext cx="3456000" cy="3970318"/>
          </a:xfrm>
          <a:prstGeom prst="rect">
            <a:avLst/>
          </a:prstGeom>
          <a:noFill/>
        </p:spPr>
        <p:txBody>
          <a:bodyPr wrap="square" rtlCol="0">
            <a:spAutoFit/>
          </a:bodyPr>
          <a:lstStyle/>
          <a:p>
            <a:r>
              <a:rPr lang="en-GB" b="1" dirty="0"/>
              <a:t>Brand: </a:t>
            </a:r>
            <a:r>
              <a:rPr lang="en-GB" dirty="0"/>
              <a:t>Wusthof </a:t>
            </a:r>
          </a:p>
          <a:p>
            <a:endParaRPr lang="en-GB" dirty="0"/>
          </a:p>
          <a:p>
            <a:r>
              <a:rPr lang="en-GB" b="1" dirty="0"/>
              <a:t>Country of Origin: </a:t>
            </a:r>
            <a:r>
              <a:rPr lang="en-GB" dirty="0"/>
              <a:t>Germany</a:t>
            </a:r>
          </a:p>
          <a:p>
            <a:r>
              <a:rPr lang="en-GB" dirty="0"/>
              <a:t> </a:t>
            </a:r>
          </a:p>
          <a:p>
            <a:r>
              <a:rPr lang="en-GB" b="1" dirty="0"/>
              <a:t>Dimensions: </a:t>
            </a:r>
            <a:r>
              <a:rPr lang="en-GB" dirty="0"/>
              <a:t>L16cm </a:t>
            </a:r>
          </a:p>
          <a:p>
            <a:endParaRPr lang="en-GB" dirty="0"/>
          </a:p>
          <a:p>
            <a:r>
              <a:rPr lang="en-GB" b="1" dirty="0"/>
              <a:t>Finish: </a:t>
            </a:r>
            <a:r>
              <a:rPr lang="en-GB" dirty="0"/>
              <a:t>Polished</a:t>
            </a:r>
          </a:p>
          <a:p>
            <a:endParaRPr lang="en-GB" dirty="0"/>
          </a:p>
          <a:p>
            <a:r>
              <a:rPr lang="en-GB" b="1" dirty="0"/>
              <a:t>Guarantee:</a:t>
            </a:r>
            <a:r>
              <a:rPr lang="en-GB" dirty="0"/>
              <a:t> Lifetime</a:t>
            </a:r>
          </a:p>
          <a:p>
            <a:endParaRPr lang="en-GB" dirty="0"/>
          </a:p>
          <a:p>
            <a:r>
              <a:rPr lang="en-GB" b="1" dirty="0"/>
              <a:t>Handle Type: </a:t>
            </a:r>
            <a:r>
              <a:rPr lang="en-GB" dirty="0"/>
              <a:t>Riveted</a:t>
            </a:r>
          </a:p>
          <a:p>
            <a:endParaRPr lang="en-GB" dirty="0"/>
          </a:p>
          <a:p>
            <a:r>
              <a:rPr lang="en-GB" b="1" dirty="0"/>
              <a:t>Blade Material:</a:t>
            </a:r>
            <a:r>
              <a:rPr lang="en-GB" dirty="0"/>
              <a:t> Stainless steel</a:t>
            </a:r>
          </a:p>
          <a:p>
            <a:endParaRPr lang="en-GB" dirty="0"/>
          </a:p>
        </p:txBody>
      </p:sp>
      <p:pic>
        <p:nvPicPr>
          <p:cNvPr id="10" name="Picture 2" descr="C:\Users\Paul Brooks\Desktop\RJ Sales Courses\New folder (2)\wustoff knife.jpg"/>
          <p:cNvPicPr>
            <a:picLocks noChangeAspect="1" noChangeArrowheads="1"/>
          </p:cNvPicPr>
          <p:nvPr/>
        </p:nvPicPr>
        <p:blipFill>
          <a:blip r:embed="rId2" cstate="print"/>
          <a:srcRect t="36870" b="40450"/>
          <a:stretch>
            <a:fillRect/>
          </a:stretch>
        </p:blipFill>
        <p:spPr bwMode="auto">
          <a:xfrm>
            <a:off x="3302002" y="1412776"/>
            <a:ext cx="2539997" cy="576064"/>
          </a:xfrm>
          <a:prstGeom prst="rect">
            <a:avLst/>
          </a:prstGeom>
          <a:noFill/>
        </p:spPr>
      </p:pic>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KITCHEN KNIFE</a:t>
            </a:r>
          </a:p>
        </p:txBody>
      </p:sp>
      <p:pic>
        <p:nvPicPr>
          <p:cNvPr id="1026" name="Picture 2" descr="C:\Users\Paul Brooks\Desktop\RJ Sales Courses\New folder (2)\wustoff knife.jpg"/>
          <p:cNvPicPr>
            <a:picLocks noChangeAspect="1" noChangeArrowheads="1"/>
          </p:cNvPicPr>
          <p:nvPr/>
        </p:nvPicPr>
        <p:blipFill>
          <a:blip r:embed="rId2" cstate="print"/>
          <a:srcRect t="36870" b="40450"/>
          <a:stretch>
            <a:fillRect/>
          </a:stretch>
        </p:blipFill>
        <p:spPr bwMode="auto">
          <a:xfrm>
            <a:off x="1023891" y="1412776"/>
            <a:ext cx="2539997" cy="576064"/>
          </a:xfrm>
          <a:prstGeom prst="rect">
            <a:avLst/>
          </a:prstGeom>
          <a:noFill/>
        </p:spPr>
      </p:pic>
      <p:sp>
        <p:nvSpPr>
          <p:cNvPr id="9" name="TextBox 8"/>
          <p:cNvSpPr txBox="1"/>
          <p:nvPr/>
        </p:nvSpPr>
        <p:spPr>
          <a:xfrm>
            <a:off x="467544" y="2204864"/>
            <a:ext cx="3888432" cy="4339650"/>
          </a:xfrm>
          <a:prstGeom prst="rect">
            <a:avLst/>
          </a:prstGeom>
          <a:noFill/>
        </p:spPr>
        <p:txBody>
          <a:bodyPr wrap="square" rtlCol="0">
            <a:spAutoFit/>
          </a:bodyPr>
          <a:lstStyle/>
          <a:p>
            <a:r>
              <a:rPr lang="en-GB" sz="1200" b="1" dirty="0"/>
              <a:t>Wusthof Classic Kitchen Knife</a:t>
            </a:r>
          </a:p>
          <a:p>
            <a:endParaRPr lang="en-GB" sz="400" dirty="0"/>
          </a:p>
          <a:p>
            <a:r>
              <a:rPr lang="en-GB" sz="1200" dirty="0"/>
              <a:t>Wusthof have been producing knives since 1814 at their factory of skilled workers in Solingen, the famous home of Germany's knife industry. </a:t>
            </a:r>
          </a:p>
          <a:p>
            <a:endParaRPr lang="en-GB" sz="400" dirty="0"/>
          </a:p>
          <a:p>
            <a:r>
              <a:rPr lang="en-GB" sz="1200" dirty="0"/>
              <a:t>The most essential knife in any kitchen. Designed for slicing, mincing and dicing all kinds of food.</a:t>
            </a:r>
          </a:p>
          <a:p>
            <a:endParaRPr lang="en-GB" sz="400" dirty="0"/>
          </a:p>
          <a:p>
            <a:r>
              <a:rPr lang="en-GB" sz="1200" dirty="0"/>
              <a:t>The Classic kitchen knife range from Wusthof combines professional quality with design. </a:t>
            </a:r>
          </a:p>
          <a:p>
            <a:endParaRPr lang="en-GB" sz="400" dirty="0"/>
          </a:p>
          <a:p>
            <a:r>
              <a:rPr lang="en-GB" sz="1200" dirty="0"/>
              <a:t>A classic three-riveted handle for outstanding comfort and a secure grip, every knife is forged from a single blank of steel to ensure perfect balance and ultimate strength.</a:t>
            </a:r>
          </a:p>
          <a:p>
            <a:endParaRPr lang="en-GB" sz="400" dirty="0"/>
          </a:p>
          <a:p>
            <a:r>
              <a:rPr lang="en-GB" sz="1200" dirty="0"/>
              <a:t>The PrecisionEdge technology (PEtec) on the cutting edge of the knife ensures long-lasting sharpness.</a:t>
            </a:r>
          </a:p>
          <a:p>
            <a:endParaRPr lang="en-GB" sz="400" dirty="0"/>
          </a:p>
          <a:p>
            <a:r>
              <a:rPr lang="en-GB" sz="1200" dirty="0"/>
              <a:t>Precision-forged in high-carbon chromium molybdenum-vanadium stainless steel and finished to meticulous standards, This Wusthof knife will last a lifetime of the heaviest use and come up sharp every time.</a:t>
            </a:r>
          </a:p>
          <a:p>
            <a:endParaRPr lang="en-GB" sz="400" dirty="0"/>
          </a:p>
          <a:p>
            <a:r>
              <a:rPr lang="en-GB" sz="1200" dirty="0"/>
              <a:t>Lifetime guarantee</a:t>
            </a:r>
          </a:p>
        </p:txBody>
      </p:sp>
      <p:sp>
        <p:nvSpPr>
          <p:cNvPr id="5" name="Rectangle 4"/>
          <p:cNvSpPr/>
          <p:nvPr/>
        </p:nvSpPr>
        <p:spPr>
          <a:xfrm>
            <a:off x="4572000" y="2917393"/>
            <a:ext cx="4572000" cy="1877437"/>
          </a:xfrm>
          <a:prstGeom prst="rect">
            <a:avLst/>
          </a:prstGeom>
        </p:spPr>
        <p:txBody>
          <a:bodyPr>
            <a:spAutoFit/>
          </a:bodyPr>
          <a:lstStyle/>
          <a:p>
            <a:r>
              <a:rPr lang="en-GB" sz="1200" b="1" dirty="0"/>
              <a:t>Wusthof PEtec – PrecisionEdge technology</a:t>
            </a:r>
          </a:p>
          <a:p>
            <a:endParaRPr lang="en-GB" sz="400" b="1" dirty="0"/>
          </a:p>
          <a:p>
            <a:r>
              <a:rPr lang="en-GB" sz="1200" dirty="0"/>
              <a:t>The blades are measured before sharpening using lasers.</a:t>
            </a:r>
          </a:p>
          <a:p>
            <a:endParaRPr lang="en-GB" sz="1200" dirty="0"/>
          </a:p>
          <a:p>
            <a:r>
              <a:rPr lang="en-GB" sz="1200" dirty="0"/>
              <a:t>Computers calculate the precise sharpening angle for each blade.</a:t>
            </a:r>
          </a:p>
          <a:p>
            <a:endParaRPr lang="en-GB" sz="400" dirty="0"/>
          </a:p>
          <a:p>
            <a:r>
              <a:rPr lang="en-GB" sz="1200" dirty="0"/>
              <a:t>Precision robots sharpen the blades on a whetstone.</a:t>
            </a:r>
          </a:p>
          <a:p>
            <a:endParaRPr lang="en-GB" sz="1200" dirty="0"/>
          </a:p>
          <a:p>
            <a:r>
              <a:rPr lang="en-GB" sz="1200" dirty="0"/>
              <a:t>The knives are given a final polish using an ultra high grade polishing disc giving a long lasting, mirrored finish.</a:t>
            </a:r>
          </a:p>
        </p:txBody>
      </p:sp>
      <p:pic>
        <p:nvPicPr>
          <p:cNvPr id="67586" name="Picture 2" descr="https://s.wuesthof.com/fp-1391680561089/media/editorial/teaser_home/wu_startseite-teaser-petec_189x_.jpg"/>
          <p:cNvPicPr>
            <a:picLocks noChangeAspect="1" noChangeArrowheads="1"/>
          </p:cNvPicPr>
          <p:nvPr/>
        </p:nvPicPr>
        <p:blipFill>
          <a:blip r:embed="rId3" cstate="print"/>
          <a:srcRect/>
          <a:stretch>
            <a:fillRect/>
          </a:stretch>
        </p:blipFill>
        <p:spPr bwMode="auto">
          <a:xfrm>
            <a:off x="5508079" y="1412776"/>
            <a:ext cx="1800225" cy="1219200"/>
          </a:xfrm>
          <a:prstGeom prst="rect">
            <a:avLst/>
          </a:prstGeom>
          <a:noFill/>
        </p:spPr>
      </p:pic>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HEADPHONES</a:t>
            </a:r>
          </a:p>
        </p:txBody>
      </p:sp>
      <p:pic>
        <p:nvPicPr>
          <p:cNvPr id="3" name="Picture 2" descr="C:\Users\louise\Desktop\product_409.jpg"/>
          <p:cNvPicPr/>
          <p:nvPr/>
        </p:nvPicPr>
        <p:blipFill>
          <a:blip r:embed="rId2" cstate="print"/>
          <a:srcRect/>
          <a:stretch>
            <a:fillRect/>
          </a:stretch>
        </p:blipFill>
        <p:spPr bwMode="auto">
          <a:xfrm>
            <a:off x="6127910" y="1628800"/>
            <a:ext cx="2620554" cy="1628775"/>
          </a:xfrm>
          <a:prstGeom prst="rect">
            <a:avLst/>
          </a:prstGeom>
          <a:noFill/>
          <a:ln w="9525">
            <a:noFill/>
            <a:miter lim="800000"/>
            <a:headEnd/>
            <a:tailEnd/>
          </a:ln>
        </p:spPr>
      </p:pic>
      <p:sp>
        <p:nvSpPr>
          <p:cNvPr id="4" name="TextBox 3"/>
          <p:cNvSpPr txBox="1"/>
          <p:nvPr/>
        </p:nvSpPr>
        <p:spPr>
          <a:xfrm>
            <a:off x="611560" y="1556792"/>
            <a:ext cx="5400600" cy="3877985"/>
          </a:xfrm>
          <a:prstGeom prst="rect">
            <a:avLst/>
          </a:prstGeom>
          <a:noFill/>
        </p:spPr>
        <p:txBody>
          <a:bodyPr wrap="square" rtlCol="0">
            <a:spAutoFit/>
          </a:bodyPr>
          <a:lstStyle/>
          <a:p>
            <a:pPr>
              <a:buFont typeface="Arial" pitchFamily="34" charset="0"/>
              <a:buChar char="•"/>
            </a:pPr>
            <a:r>
              <a:rPr lang="en-GB" sz="1400" dirty="0"/>
              <a:t>  Brand: Shure</a:t>
            </a:r>
          </a:p>
          <a:p>
            <a:endParaRPr lang="en-GB" sz="1400" dirty="0"/>
          </a:p>
          <a:p>
            <a:pPr>
              <a:buFont typeface="Arial" pitchFamily="34" charset="0"/>
              <a:buChar char="•"/>
            </a:pPr>
            <a:r>
              <a:rPr lang="en-GB" sz="1400" dirty="0"/>
              <a:t>  Model: SRH440</a:t>
            </a:r>
          </a:p>
          <a:p>
            <a:endParaRPr lang="en-GB" sz="1600" dirty="0"/>
          </a:p>
          <a:p>
            <a:pPr lvl="0">
              <a:buFont typeface="Arial" pitchFamily="34" charset="0"/>
              <a:buChar char="•"/>
            </a:pPr>
            <a:r>
              <a:rPr lang="en-GB" sz="1400" dirty="0"/>
              <a:t>  Perfect for Home &amp; Studio they reproduce audio accurately over an extended range</a:t>
            </a:r>
          </a:p>
          <a:p>
            <a:pPr lvl="0"/>
            <a:endParaRPr lang="en-GB" sz="1400" dirty="0"/>
          </a:p>
          <a:p>
            <a:pPr lvl="0">
              <a:buFont typeface="Arial" pitchFamily="34" charset="0"/>
              <a:buChar char="•"/>
            </a:pPr>
            <a:r>
              <a:rPr lang="en-GB" sz="1400" dirty="0"/>
              <a:t>  Impedance and power handling optimised for performance with professional audio devices </a:t>
            </a:r>
          </a:p>
          <a:p>
            <a:pPr lvl="0"/>
            <a:endParaRPr lang="en-GB" sz="1400" dirty="0"/>
          </a:p>
          <a:p>
            <a:pPr lvl="0">
              <a:buFont typeface="Arial" pitchFamily="34" charset="0"/>
              <a:buChar char="•"/>
            </a:pPr>
            <a:r>
              <a:rPr lang="en-GB" sz="1400" dirty="0"/>
              <a:t>  Adjustable headband and collapsible construction provide comfort and portability</a:t>
            </a:r>
          </a:p>
          <a:p>
            <a:pPr lvl="0">
              <a:buFont typeface="Arial" pitchFamily="34" charset="0"/>
              <a:buChar char="•"/>
            </a:pPr>
            <a:endParaRPr lang="en-GB" sz="1400" dirty="0"/>
          </a:p>
          <a:p>
            <a:pPr lvl="0">
              <a:buFont typeface="Arial" pitchFamily="34" charset="0"/>
              <a:buChar char="•"/>
            </a:pPr>
            <a:r>
              <a:rPr lang="en-GB" sz="1400" dirty="0"/>
              <a:t>  Detachable coiled cable that locks securely into the ear cup </a:t>
            </a:r>
          </a:p>
          <a:p>
            <a:pPr lvl="0">
              <a:buFont typeface="Arial" pitchFamily="34" charset="0"/>
              <a:buChar char="•"/>
            </a:pPr>
            <a:endParaRPr lang="en-GB" sz="1400" dirty="0"/>
          </a:p>
          <a:p>
            <a:pPr lvl="0">
              <a:buFont typeface="Arial" pitchFamily="34" charset="0"/>
              <a:buChar char="•"/>
            </a:pPr>
            <a:r>
              <a:rPr lang="en-GB" sz="1400" dirty="0"/>
              <a:t>  Includes threaded 1/4" gold-plated adapter, carrying bag, and user guide </a:t>
            </a:r>
          </a:p>
        </p:txBody>
      </p:sp>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SHURE HEADPHONES</a:t>
            </a:r>
          </a:p>
        </p:txBody>
      </p:sp>
      <p:pic>
        <p:nvPicPr>
          <p:cNvPr id="3" name="Picture 2" descr="C:\Users\louise\Desktop\product_409.jpg"/>
          <p:cNvPicPr/>
          <p:nvPr/>
        </p:nvPicPr>
        <p:blipFill>
          <a:blip r:embed="rId2" cstate="print"/>
          <a:srcRect/>
          <a:stretch>
            <a:fillRect/>
          </a:stretch>
        </p:blipFill>
        <p:spPr bwMode="auto">
          <a:xfrm>
            <a:off x="6127910" y="1628800"/>
            <a:ext cx="2620554" cy="1628775"/>
          </a:xfrm>
          <a:prstGeom prst="rect">
            <a:avLst/>
          </a:prstGeom>
          <a:noFill/>
          <a:ln w="9525">
            <a:noFill/>
            <a:miter lim="800000"/>
            <a:headEnd/>
            <a:tailEnd/>
          </a:ln>
        </p:spPr>
      </p:pic>
      <p:sp>
        <p:nvSpPr>
          <p:cNvPr id="4" name="TextBox 3"/>
          <p:cNvSpPr txBox="1"/>
          <p:nvPr/>
        </p:nvSpPr>
        <p:spPr>
          <a:xfrm>
            <a:off x="611560" y="1556792"/>
            <a:ext cx="5328160" cy="1815882"/>
          </a:xfrm>
          <a:prstGeom prst="rect">
            <a:avLst/>
          </a:prstGeom>
          <a:noFill/>
        </p:spPr>
        <p:txBody>
          <a:bodyPr wrap="square" rtlCol="0">
            <a:spAutoFit/>
          </a:bodyPr>
          <a:lstStyle/>
          <a:p>
            <a:r>
              <a:rPr lang="en-GB" sz="1200" dirty="0"/>
              <a:t>Shure have been leaders in the audio technology industry for over ninety years and they are famous for their commitment to strong, high quality, durable audio equipment. </a:t>
            </a:r>
          </a:p>
          <a:p>
            <a:endParaRPr lang="en-GB" sz="400" dirty="0"/>
          </a:p>
          <a:p>
            <a:r>
              <a:rPr lang="en-GB" sz="1200" dirty="0"/>
              <a:t>The Shure SRH440 headphones feature neodymium dynamic drivers so they can deliver accurate audio across an extended range. Optimised impedance and power handling mean the SRH440 headphones can deliver great performance across a range of professional audio devices such as mixing consoles, headphone amplifiers and DJ mixers as well as being perfect for personal use.</a:t>
            </a:r>
          </a:p>
        </p:txBody>
      </p:sp>
      <p:sp>
        <p:nvSpPr>
          <p:cNvPr id="5" name="TextBox 4"/>
          <p:cNvSpPr txBox="1"/>
          <p:nvPr/>
        </p:nvSpPr>
        <p:spPr>
          <a:xfrm>
            <a:off x="611560" y="1268760"/>
            <a:ext cx="5256152" cy="276999"/>
          </a:xfrm>
          <a:prstGeom prst="rect">
            <a:avLst/>
          </a:prstGeom>
          <a:noFill/>
        </p:spPr>
        <p:txBody>
          <a:bodyPr wrap="square" rtlCol="0">
            <a:spAutoFit/>
          </a:bodyPr>
          <a:lstStyle/>
          <a:p>
            <a:r>
              <a:rPr lang="en-GB" sz="1200" b="1" dirty="0"/>
              <a:t>Shure SRH440 professional studio or home headphones</a:t>
            </a:r>
            <a:endParaRPr lang="en-GB" sz="1200" dirty="0"/>
          </a:p>
        </p:txBody>
      </p:sp>
      <p:sp>
        <p:nvSpPr>
          <p:cNvPr id="6" name="TextBox 5"/>
          <p:cNvSpPr txBox="1"/>
          <p:nvPr/>
        </p:nvSpPr>
        <p:spPr>
          <a:xfrm>
            <a:off x="611560" y="3429000"/>
            <a:ext cx="8208480" cy="2739211"/>
          </a:xfrm>
          <a:prstGeom prst="rect">
            <a:avLst/>
          </a:prstGeom>
          <a:noFill/>
        </p:spPr>
        <p:txBody>
          <a:bodyPr wrap="square" rtlCol="0">
            <a:spAutoFit/>
          </a:bodyPr>
          <a:lstStyle/>
          <a:p>
            <a:r>
              <a:rPr lang="en-GB" sz="1200" dirty="0"/>
              <a:t>The SRH440s feature a closed back, circumaural design which minimises background noise so you can enjoy undiluted, even and accurate sound reproduction whether you’re in the studio or on the go.</a:t>
            </a:r>
          </a:p>
          <a:p>
            <a:endParaRPr lang="en-GB" sz="400" dirty="0"/>
          </a:p>
          <a:p>
            <a:r>
              <a:rPr lang="en-GB" sz="1200" dirty="0"/>
              <a:t>Featuring the strong, durable build you expect from Shure, the SRH440s also have a detachable cable and replaceable earpads so you can easily replace these components without having to replace the entire set of headphones.</a:t>
            </a:r>
          </a:p>
          <a:p>
            <a:endParaRPr lang="en-GB" sz="400" dirty="0"/>
          </a:p>
          <a:p>
            <a:r>
              <a:rPr lang="en-GB" sz="1200" dirty="0"/>
              <a:t>The large, soft earpads and adjustable headband mean you can get hours of extended use while comfortably wearing the headphones and their collapsible design means they’re well suited for portability – they even come with a carry pouch for extra protection.</a:t>
            </a:r>
          </a:p>
          <a:p>
            <a:endParaRPr lang="en-GB" sz="400" dirty="0"/>
          </a:p>
          <a:p>
            <a:r>
              <a:rPr lang="en-GB" sz="1200" b="1" dirty="0"/>
              <a:t>Shure SRH440 Professional Studio or Home Headphones Features:</a:t>
            </a:r>
          </a:p>
          <a:p>
            <a:endParaRPr lang="en-GB" sz="400" dirty="0"/>
          </a:p>
          <a:p>
            <a:pPr lvl="0">
              <a:buFont typeface="Arial" pitchFamily="34" charset="0"/>
              <a:buChar char="•"/>
            </a:pPr>
            <a:r>
              <a:rPr lang="en-GB" sz="1200" dirty="0"/>
              <a:t>  Enhanced frequency response to deliver accurate audio across an extended range </a:t>
            </a:r>
          </a:p>
          <a:p>
            <a:pPr lvl="0">
              <a:buFont typeface="Arial" pitchFamily="34" charset="0"/>
              <a:buChar char="•"/>
            </a:pPr>
            <a:r>
              <a:rPr lang="en-GB" sz="1200" dirty="0"/>
              <a:t>  Optimised impedance and power handling for performance with professional audio devices </a:t>
            </a:r>
          </a:p>
          <a:p>
            <a:pPr lvl="0">
              <a:buFont typeface="Arial" pitchFamily="34" charset="0"/>
              <a:buChar char="•"/>
            </a:pPr>
            <a:r>
              <a:rPr lang="en-GB" sz="1200" dirty="0"/>
              <a:t>  Adjustable headband and collapsible construction for enhanced comfort and portability </a:t>
            </a:r>
          </a:p>
          <a:p>
            <a:pPr lvl="0">
              <a:buFont typeface="Arial" pitchFamily="34" charset="0"/>
              <a:buChar char="•"/>
            </a:pPr>
            <a:r>
              <a:rPr lang="en-GB" sz="1200" dirty="0"/>
              <a:t>  “Bayonet clip” securely locks the detachable cable into the ear cup</a:t>
            </a:r>
          </a:p>
          <a:p>
            <a:pPr lvl="0">
              <a:buFont typeface="Arial" pitchFamily="34" charset="0"/>
              <a:buChar char="•"/>
            </a:pPr>
            <a:r>
              <a:rPr lang="en-GB" sz="1200" dirty="0"/>
              <a:t>  Supplied with a ¼” (5.3mm) gold plated adapter to ensure further compatibility and high performance.</a:t>
            </a:r>
          </a:p>
        </p:txBody>
      </p:sp>
    </p:spTree>
  </p:cSld>
  <p:clrMapOvr>
    <a:masterClrMapping/>
  </p:clrMapOvr>
  <p:transition spd="slow">
    <p:wipe dir="r"/>
  </p:transition>
</p:sld>
</file>

<file path=ppt/theme/theme1.xml><?xml version="1.0" encoding="utf-8"?>
<a:theme xmlns:a="http://schemas.openxmlformats.org/drawingml/2006/main" name="3_Helvetica_template">
  <a:themeElements>
    <a:clrScheme name="">
      <a:dk1>
        <a:srgbClr val="000000"/>
      </a:dk1>
      <a:lt1>
        <a:srgbClr val="FFFFFF"/>
      </a:lt1>
      <a:dk2>
        <a:srgbClr val="646B86"/>
      </a:dk2>
      <a:lt2>
        <a:srgbClr val="C5D1D7"/>
      </a:lt2>
      <a:accent1>
        <a:srgbClr val="D16349"/>
      </a:accent1>
      <a:accent2>
        <a:srgbClr val="CCB400"/>
      </a:accent2>
      <a:accent3>
        <a:srgbClr val="FFFFFF"/>
      </a:accent3>
      <a:accent4>
        <a:srgbClr val="000000"/>
      </a:accent4>
      <a:accent5>
        <a:srgbClr val="E5B7B1"/>
      </a:accent5>
      <a:accent6>
        <a:srgbClr val="B9A300"/>
      </a:accent6>
      <a:hlink>
        <a:srgbClr val="00A3D6"/>
      </a:hlink>
      <a:folHlink>
        <a:srgbClr val="694F07"/>
      </a:folHlink>
    </a:clrScheme>
    <a:fontScheme name="2_Helvetica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Helvetica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Helvetica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Helvetica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Helvetica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Helvetica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Helvetica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Helvetica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6704</TotalTime>
  <Words>586</Words>
  <Application>Microsoft Office PowerPoint</Application>
  <PresentationFormat>On-screen Show (4:3)</PresentationFormat>
  <Paragraphs>71</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Helvetica</vt:lpstr>
      <vt:lpstr>Helvetica 45 Light</vt:lpstr>
      <vt:lpstr>Times New Roman</vt:lpstr>
      <vt:lpstr>3_Helvetica_template</vt:lpstr>
      <vt:lpstr>KITCHEN KNIFE</vt:lpstr>
      <vt:lpstr>KITCHEN KNIFE</vt:lpstr>
      <vt:lpstr>HEADPHONES</vt:lpstr>
      <vt:lpstr>SHURE HEADPHONES</vt:lpstr>
    </vt:vector>
  </TitlesOfParts>
  <Company>Honda Motor Europe UK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uacrf</dc:creator>
  <cp:lastModifiedBy>Fatma Alsagaf</cp:lastModifiedBy>
  <cp:revision>261</cp:revision>
  <cp:lastPrinted>2025-08-06T07:24:57Z</cp:lastPrinted>
  <dcterms:created xsi:type="dcterms:W3CDTF">2003-04-24T11:02:16Z</dcterms:created>
  <dcterms:modified xsi:type="dcterms:W3CDTF">2025-08-06T12:13:38Z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c4733f5-806e-453c-a6b2-8a6e2550356b_Enabled">
    <vt:lpwstr>true</vt:lpwstr>
  </property>
  <property fmtid="{D5CDD505-2E9C-101B-9397-08002B2CF9AE}" pid="3" name="MSIP_Label_ec4733f5-806e-453c-a6b2-8a6e2550356b_SetDate">
    <vt:lpwstr>2025-08-06T07:24:32Z</vt:lpwstr>
  </property>
  <property fmtid="{D5CDD505-2E9C-101B-9397-08002B2CF9AE}" pid="4" name="MSIP_Label_ec4733f5-806e-453c-a6b2-8a6e2550356b_Method">
    <vt:lpwstr>Standard</vt:lpwstr>
  </property>
  <property fmtid="{D5CDD505-2E9C-101B-9397-08002B2CF9AE}" pid="5" name="MSIP_Label_ec4733f5-806e-453c-a6b2-8a6e2550356b_Name">
    <vt:lpwstr>Internal Use</vt:lpwstr>
  </property>
  <property fmtid="{D5CDD505-2E9C-101B-9397-08002B2CF9AE}" pid="6" name="MSIP_Label_ec4733f5-806e-453c-a6b2-8a6e2550356b_SiteId">
    <vt:lpwstr>79ddd250-40e1-4d41-ba0f-c9e9849725cb</vt:lpwstr>
  </property>
  <property fmtid="{D5CDD505-2E9C-101B-9397-08002B2CF9AE}" pid="7" name="MSIP_Label_ec4733f5-806e-453c-a6b2-8a6e2550356b_ActionId">
    <vt:lpwstr>105df01e-ef78-44a2-ab27-fc8753ed0bc3</vt:lpwstr>
  </property>
  <property fmtid="{D5CDD505-2E9C-101B-9397-08002B2CF9AE}" pid="8" name="MSIP_Label_ec4733f5-806e-453c-a6b2-8a6e2550356b_ContentBits">
    <vt:lpwstr>2</vt:lpwstr>
  </property>
  <property fmtid="{D5CDD505-2E9C-101B-9397-08002B2CF9AE}" pid="9" name="MSIP_Label_ec4733f5-806e-453c-a6b2-8a6e2550356b_Tag">
    <vt:lpwstr>10, 3, 0, 1</vt:lpwstr>
  </property>
  <property fmtid="{D5CDD505-2E9C-101B-9397-08002B2CF9AE}" pid="10" name="ClassificationContentMarkingFooterLocations">
    <vt:lpwstr>3_Helvetica_template:3</vt:lpwstr>
  </property>
  <property fmtid="{D5CDD505-2E9C-101B-9397-08002B2CF9AE}" pid="11" name="ClassificationContentMarkingFooterText">
    <vt:lpwstr>Internal Use: Al-Futtaim Group</vt:lpwstr>
  </property>
</Properties>
</file>