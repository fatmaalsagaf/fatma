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1" r:id="rId2"/>
  </p:sldMasterIdLst>
  <p:notesMasterIdLst>
    <p:notesMasterId r:id="rId8"/>
  </p:notesMasterIdLst>
  <p:sldIdLst>
    <p:sldId id="2147481580" r:id="rId3"/>
    <p:sldId id="261" r:id="rId4"/>
    <p:sldId id="260"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6" d="100"/>
          <a:sy n="66" d="100"/>
        </p:scale>
        <p:origin x="66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tma Alsagaf" userId="ef587b5e-378a-4bb3-aa9f-3c15b98138a4" providerId="ADAL" clId="{890D6534-12FC-41A5-8DFB-3D222BE380F6}"/>
    <pc:docChg chg="modSld">
      <pc:chgData name="Fatma Alsagaf" userId="ef587b5e-378a-4bb3-aa9f-3c15b98138a4" providerId="ADAL" clId="{890D6534-12FC-41A5-8DFB-3D222BE380F6}" dt="2025-11-18T12:51:36.955" v="3" actId="20577"/>
      <pc:docMkLst>
        <pc:docMk/>
      </pc:docMkLst>
      <pc:sldChg chg="modSp mod">
        <pc:chgData name="Fatma Alsagaf" userId="ef587b5e-378a-4bb3-aa9f-3c15b98138a4" providerId="ADAL" clId="{890D6534-12FC-41A5-8DFB-3D222BE380F6}" dt="2025-11-18T12:51:36.955" v="3" actId="20577"/>
        <pc:sldMkLst>
          <pc:docMk/>
          <pc:sldMk cId="2100991270" sldId="261"/>
        </pc:sldMkLst>
        <pc:spChg chg="mod">
          <ac:chgData name="Fatma Alsagaf" userId="ef587b5e-378a-4bb3-aa9f-3c15b98138a4" providerId="ADAL" clId="{890D6534-12FC-41A5-8DFB-3D222BE380F6}" dt="2025-11-18T12:51:36.955" v="3" actId="20577"/>
          <ac:spMkLst>
            <pc:docMk/>
            <pc:sldMk cId="2100991270" sldId="261"/>
            <ac:spMk id="308" creationId="{68A8E94D-B7ED-B010-61E1-A98C423DCD7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9C5AD-22B8-4D18-9618-E1719F2578DB}" type="datetimeFigureOut">
              <a:rPr lang="en-US" smtClean="0"/>
              <a:t>18/11/2025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26EB8-4633-453F-A82B-4C4097CEDAFF}" type="slidenum">
              <a:rPr lang="en-US" smtClean="0"/>
              <a:t>‹#›</a:t>
            </a:fld>
            <a:endParaRPr lang="en-US"/>
          </a:p>
        </p:txBody>
      </p:sp>
    </p:spTree>
    <p:extLst>
      <p:ext uri="{BB962C8B-B14F-4D97-AF65-F5344CB8AC3E}">
        <p14:creationId xmlns:p14="http://schemas.microsoft.com/office/powerpoint/2010/main" val="223344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476296" y="4313490"/>
            <a:ext cx="6065433" cy="246221"/>
          </a:xfrm>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266" rtl="0" eaLnBrk="1" fontAlgn="base" latinLnBrk="0" hangingPunct="1">
              <a:lnSpc>
                <a:spcPct val="100000"/>
              </a:lnSpc>
              <a:spcBef>
                <a:spcPct val="0"/>
              </a:spcBef>
              <a:spcAft>
                <a:spcPct val="0"/>
              </a:spcAft>
              <a:buClrTx/>
              <a:buSzTx/>
              <a:buFontTx/>
              <a:buNone/>
              <a:tabLst/>
              <a:defRPr/>
            </a:pPr>
            <a:fld id="{3C3A632B-FBDE-46D4-BF6F-6D14421E6342}" type="slidenum">
              <a:rPr kumimoji="0" 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266"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06864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034766-A76A-4B8E-BCCD-2F606BF01F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5505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034766-A76A-4B8E-BCCD-2F606BF01F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66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034766-A76A-4B8E-BCCD-2F606BF01F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0614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034766-A76A-4B8E-BCCD-2F606BF01F9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9763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6.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0.xml"/><Relationship Id="rId5" Type="http://schemas.openxmlformats.org/officeDocument/2006/relationships/image" Target="../media/image7.png"/><Relationship Id="rId4"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0.emf"/><Relationship Id="rId4" Type="http://schemas.openxmlformats.org/officeDocument/2006/relationships/oleObject" Target="../embeddings/oleObject5.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6.bin"/></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61" hidden="1">
            <a:extLst>
              <a:ext uri="{FF2B5EF4-FFF2-40B4-BE49-F238E27FC236}">
                <a16:creationId xmlns:a16="http://schemas.microsoft.com/office/drawing/2014/main" id="{AA1E6CCA-9B71-415B-9A84-925935E1E39C}"/>
              </a:ext>
            </a:extLst>
          </p:cNvPr>
          <p:cNvGraphicFramePr>
            <a:graphicFrameLocks noChangeAspect="1"/>
          </p:cNvGraphicFramePr>
          <p:nvPr>
            <p:custDataLst>
              <p:tags r:id="rId1"/>
            </p:custDataLst>
          </p:nvPr>
        </p:nvGraphicFramePr>
        <p:xfrm>
          <a:off x="1621" y="1621"/>
          <a:ext cx="3240" cy="1619"/>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61" hidden="1">
                        <a:extLst>
                          <a:ext uri="{FF2B5EF4-FFF2-40B4-BE49-F238E27FC236}">
                            <a16:creationId xmlns:a16="http://schemas.microsoft.com/office/drawing/2014/main" id="{AA1E6CCA-9B71-415B-9A84-925935E1E3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 y="1621"/>
                        <a:ext cx="3240" cy="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Working Draft Text" hidden="1">
            <a:extLst>
              <a:ext uri="{FF2B5EF4-FFF2-40B4-BE49-F238E27FC236}">
                <a16:creationId xmlns:a16="http://schemas.microsoft.com/office/drawing/2014/main" id="{859FF301-76B8-4DCA-ABAE-54C1B0FE2D94}"/>
              </a:ext>
            </a:extLst>
          </p:cNvPr>
          <p:cNvSpPr txBox="1">
            <a:spLocks noChangeArrowheads="1"/>
          </p:cNvSpPr>
          <p:nvPr/>
        </p:nvSpPr>
        <p:spPr bwMode="black">
          <a:xfrm>
            <a:off x="489171" y="323950"/>
            <a:ext cx="3795119" cy="128097"/>
          </a:xfrm>
          <a:prstGeom prst="rect">
            <a:avLst/>
          </a:prstGeom>
          <a:noFill/>
          <a:ln>
            <a:noFill/>
          </a:ln>
          <a:effectLst/>
        </p:spPr>
        <p:txBody>
          <a:bodyPr lIns="0" tIns="0" rIns="0" bIns="0">
            <a:spAutoFit/>
          </a:bodyPr>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eaLnBrk="1" hangingPunct="1">
              <a:defRPr lang="x-none"/>
            </a:pPr>
            <a:r>
              <a:rPr sz="816" b="1">
                <a:solidFill>
                  <a:srgbClr val="FFFFFF"/>
                </a:solidFill>
                <a:latin typeface="+mn-lt"/>
              </a:rPr>
              <a:t>WORKING DRAFT</a:t>
            </a:r>
          </a:p>
        </p:txBody>
      </p:sp>
      <p:sp>
        <p:nvSpPr>
          <p:cNvPr id="6" name="Working Draft" hidden="1">
            <a:extLst>
              <a:ext uri="{FF2B5EF4-FFF2-40B4-BE49-F238E27FC236}">
                <a16:creationId xmlns:a16="http://schemas.microsoft.com/office/drawing/2014/main" id="{E8BE2937-A72C-47DD-BC8C-7F3574FCC19F}"/>
              </a:ext>
            </a:extLst>
          </p:cNvPr>
          <p:cNvSpPr txBox="1">
            <a:spLocks noChangeArrowheads="1"/>
          </p:cNvSpPr>
          <p:nvPr/>
        </p:nvSpPr>
        <p:spPr bwMode="black">
          <a:xfrm>
            <a:off x="489171" y="466487"/>
            <a:ext cx="3795119" cy="126340"/>
          </a:xfrm>
          <a:prstGeom prst="rect">
            <a:avLst/>
          </a:prstGeom>
          <a:noFill/>
          <a:ln>
            <a:noFill/>
          </a:ln>
          <a:effectLst/>
        </p:spPr>
        <p:txBody>
          <a:bodyPr lIns="0" tIns="0" rIns="0" bIns="0"/>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eaLnBrk="1" hangingPunct="1">
              <a:defRPr lang="x-none"/>
            </a:pPr>
            <a:r>
              <a:rPr lang="en-GB" sz="816" dirty="0">
                <a:solidFill>
                  <a:srgbClr val="FFFFFF"/>
                </a:solidFill>
                <a:latin typeface="+mn-lt"/>
              </a:rPr>
              <a:t>Last Modified 12/08/2020 04:05 Arabian Standard Time</a:t>
            </a:r>
            <a:endParaRPr sz="816">
              <a:solidFill>
                <a:srgbClr val="FFFFFF"/>
              </a:solidFill>
              <a:latin typeface="+mn-lt"/>
            </a:endParaRPr>
          </a:p>
        </p:txBody>
      </p:sp>
      <p:sp>
        <p:nvSpPr>
          <p:cNvPr id="7" name="Printed" hidden="1">
            <a:extLst>
              <a:ext uri="{FF2B5EF4-FFF2-40B4-BE49-F238E27FC236}">
                <a16:creationId xmlns:a16="http://schemas.microsoft.com/office/drawing/2014/main" id="{C518D43E-4FA2-4425-B795-DD08CD9CD5E8}"/>
              </a:ext>
            </a:extLst>
          </p:cNvPr>
          <p:cNvSpPr txBox="1">
            <a:spLocks noChangeArrowheads="1"/>
          </p:cNvSpPr>
          <p:nvPr/>
        </p:nvSpPr>
        <p:spPr bwMode="black">
          <a:xfrm>
            <a:off x="489171" y="610645"/>
            <a:ext cx="3795119" cy="124720"/>
          </a:xfrm>
          <a:prstGeom prst="rect">
            <a:avLst/>
          </a:prstGeom>
          <a:noFill/>
          <a:ln>
            <a:noFill/>
          </a:ln>
          <a:effectLst/>
        </p:spPr>
        <p:txBody>
          <a:bodyPr lIns="0" tIns="0" rIns="0" bIns="0"/>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eaLnBrk="1" hangingPunct="1">
              <a:defRPr lang="x-none"/>
            </a:pPr>
            <a:r>
              <a:rPr lang="en-GB" sz="816" dirty="0">
                <a:solidFill>
                  <a:srgbClr val="FFFFFF"/>
                </a:solidFill>
                <a:latin typeface="+mn-lt"/>
              </a:rPr>
              <a:t>Printed 25/07/2020 16:01 Arabian Standard Time</a:t>
            </a:r>
            <a:endParaRPr sz="816">
              <a:solidFill>
                <a:srgbClr val="FFFFFF"/>
              </a:solidFill>
              <a:latin typeface="+mn-lt"/>
            </a:endParaRPr>
          </a:p>
        </p:txBody>
      </p:sp>
      <p:sp>
        <p:nvSpPr>
          <p:cNvPr id="8" name="Document type" hidden="1">
            <a:extLst>
              <a:ext uri="{FF2B5EF4-FFF2-40B4-BE49-F238E27FC236}">
                <a16:creationId xmlns:a16="http://schemas.microsoft.com/office/drawing/2014/main" id="{4411D0D7-8C69-4531-B852-88B88E339780}"/>
              </a:ext>
            </a:extLst>
          </p:cNvPr>
          <p:cNvSpPr txBox="1">
            <a:spLocks noChangeArrowheads="1"/>
          </p:cNvSpPr>
          <p:nvPr/>
        </p:nvSpPr>
        <p:spPr bwMode="gray">
          <a:xfrm>
            <a:off x="489170" y="6324426"/>
            <a:ext cx="8048632" cy="224203"/>
          </a:xfrm>
          <a:prstGeom prst="rect">
            <a:avLst/>
          </a:prstGeom>
          <a:noFill/>
          <a:ln>
            <a:noFill/>
          </a:ln>
          <a:effectLst/>
        </p:spPr>
        <p:txBody>
          <a:bodyPr lIns="0" tIns="0" rIns="0" bIns="0" anchor="b">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eaLnBrk="1" hangingPunct="1">
              <a:defRPr/>
            </a:pPr>
            <a:r>
              <a:rPr lang="en-US" sz="1428" dirty="0">
                <a:latin typeface="+mn-lt"/>
              </a:rPr>
              <a:t>Document type | Date</a:t>
            </a:r>
          </a:p>
        </p:txBody>
      </p:sp>
      <p:pic>
        <p:nvPicPr>
          <p:cNvPr id="9" name="Picture 600" descr="C:\Users\MYTHIL~1\AppData\Local\Temp\notes1FCF23\~b522205.TMP">
            <a:extLst>
              <a:ext uri="{FF2B5EF4-FFF2-40B4-BE49-F238E27FC236}">
                <a16:creationId xmlns:a16="http://schemas.microsoft.com/office/drawing/2014/main" id="{4876F5E9-4D19-4B4B-AC7C-A89DCA57F3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ltGray">
          <a:xfrm>
            <a:off x="8967040" y="6007634"/>
            <a:ext cx="3027348" cy="64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c id">
            <a:extLst>
              <a:ext uri="{FF2B5EF4-FFF2-40B4-BE49-F238E27FC236}">
                <a16:creationId xmlns:a16="http://schemas.microsoft.com/office/drawing/2014/main" id="{54262B50-AA79-42F9-8E03-2E7701CD8861}"/>
              </a:ext>
            </a:extLst>
          </p:cNvPr>
          <p:cNvSpPr txBox="1">
            <a:spLocks noChangeArrowheads="1"/>
          </p:cNvSpPr>
          <p:nvPr/>
        </p:nvSpPr>
        <p:spPr bwMode="white">
          <a:xfrm>
            <a:off x="11487400" y="37255"/>
            <a:ext cx="401703" cy="124720"/>
          </a:xfrm>
          <a:prstGeom prst="rect">
            <a:avLst/>
          </a:prstGeom>
          <a:noFill/>
          <a:ln>
            <a:noFill/>
          </a:ln>
          <a:effectLst/>
        </p:spPr>
        <p:txBody>
          <a:bodyPr wrap="none" lIns="0" tIns="0" rIns="0" bIns="0"/>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algn="r" eaLnBrk="1" hangingPunct="1">
              <a:defRPr lang="x-none"/>
            </a:pPr>
            <a:endParaRPr sz="816">
              <a:solidFill>
                <a:schemeClr val="bg1"/>
              </a:solidFill>
              <a:latin typeface="+mn-lt"/>
            </a:endParaRPr>
          </a:p>
        </p:txBody>
      </p:sp>
      <p:pic>
        <p:nvPicPr>
          <p:cNvPr id="11" name="Picture 111">
            <a:extLst>
              <a:ext uri="{FF2B5EF4-FFF2-40B4-BE49-F238E27FC236}">
                <a16:creationId xmlns:a16="http://schemas.microsoft.com/office/drawing/2014/main" id="{67E247E5-54AD-492D-8E59-73E56A3197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0"/>
            <a:ext cx="12192000" cy="5011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4" name="Title"/>
          <p:cNvSpPr>
            <a:spLocks noGrp="1" noChangeArrowheads="1"/>
          </p:cNvSpPr>
          <p:nvPr>
            <p:ph type="ctrTitle"/>
          </p:nvPr>
        </p:nvSpPr>
        <p:spPr>
          <a:xfrm>
            <a:off x="488407" y="5070731"/>
            <a:ext cx="8050193" cy="502445"/>
          </a:xfrm>
          <a:prstGeom prst="rect">
            <a:avLst/>
          </a:prstGeom>
        </p:spPr>
        <p:txBody>
          <a:bodyPr/>
          <a:lstStyle>
            <a:lvl1pPr>
              <a:defRPr lang="x-none" sz="3265" b="0" baseline="0">
                <a:solidFill>
                  <a:schemeClr val="tx2"/>
                </a:solidFill>
                <a:latin typeface="+mj-lt"/>
                <a:ea typeface="+mj-ea"/>
              </a:defRPr>
            </a:lvl1pPr>
          </a:lstStyle>
          <a:p>
            <a:pPr lvl="0"/>
            <a:r>
              <a:rPr lang="en-US" noProof="0"/>
              <a:t>Click to edit Master title style</a:t>
            </a:r>
            <a:endParaRPr lang="x-none" noProof="0"/>
          </a:p>
        </p:txBody>
      </p:sp>
      <p:sp>
        <p:nvSpPr>
          <p:cNvPr id="13315" name="Subtitle"/>
          <p:cNvSpPr>
            <a:spLocks noGrp="1" noChangeArrowheads="1"/>
          </p:cNvSpPr>
          <p:nvPr>
            <p:ph type="subTitle" idx="1"/>
          </p:nvPr>
        </p:nvSpPr>
        <p:spPr>
          <a:xfrm>
            <a:off x="488407" y="5840684"/>
            <a:ext cx="8050193" cy="219820"/>
          </a:xfrm>
          <a:prstGeom prst="rect">
            <a:avLst/>
          </a:prstGeom>
        </p:spPr>
        <p:txBody>
          <a:bodyPr/>
          <a:lstStyle>
            <a:lvl1pPr>
              <a:defRPr lang="x-none" sz="1428" cap="none" baseline="0">
                <a:solidFill>
                  <a:schemeClr val="tx1"/>
                </a:solidFill>
                <a:latin typeface="+mn-lt"/>
                <a:ea typeface="+mn-ea"/>
              </a:defRPr>
            </a:lvl1pPr>
          </a:lstStyle>
          <a:p>
            <a:pPr lvl="0"/>
            <a:r>
              <a:rPr lang="en-US" noProof="0"/>
              <a:t>Click to edit Master subtitle style</a:t>
            </a:r>
            <a:endParaRPr lang="x-none" noProof="0"/>
          </a:p>
        </p:txBody>
      </p:sp>
    </p:spTree>
    <p:extLst>
      <p:ext uri="{BB962C8B-B14F-4D97-AF65-F5344CB8AC3E}">
        <p14:creationId xmlns:p14="http://schemas.microsoft.com/office/powerpoint/2010/main" val="2477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3" name="Object 61" hidden="1">
            <a:extLst>
              <a:ext uri="{FF2B5EF4-FFF2-40B4-BE49-F238E27FC236}">
                <a16:creationId xmlns:a16="http://schemas.microsoft.com/office/drawing/2014/main" id="{2DF5B90E-9157-46A6-9F11-100E147B31DA}"/>
              </a:ext>
            </a:extLst>
          </p:cNvPr>
          <p:cNvGraphicFramePr>
            <a:graphicFrameLocks noChangeAspect="1"/>
          </p:cNvGraphicFramePr>
          <p:nvPr>
            <p:custDataLst>
              <p:tags r:id="rId1"/>
            </p:custDataLst>
          </p:nvPr>
        </p:nvGraphicFramePr>
        <p:xfrm>
          <a:off x="1621" y="1621"/>
          <a:ext cx="1619" cy="1619"/>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61" hidden="1">
                        <a:extLst>
                          <a:ext uri="{FF2B5EF4-FFF2-40B4-BE49-F238E27FC236}">
                            <a16:creationId xmlns:a16="http://schemas.microsoft.com/office/drawing/2014/main" id="{2DF5B90E-9157-46A6-9F11-100E147B31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 y="1621"/>
                        <a:ext cx="1619" cy="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doc id">
            <a:extLst>
              <a:ext uri="{FF2B5EF4-FFF2-40B4-BE49-F238E27FC236}">
                <a16:creationId xmlns:a16="http://schemas.microsoft.com/office/drawing/2014/main" id="{E580134A-1476-41D1-BF6F-36E9E67E110E}"/>
              </a:ext>
            </a:extLst>
          </p:cNvPr>
          <p:cNvSpPr>
            <a:spLocks noChangeArrowheads="1"/>
          </p:cNvSpPr>
          <p:nvPr/>
        </p:nvSpPr>
        <p:spPr bwMode="auto">
          <a:xfrm>
            <a:off x="10994991" y="51832"/>
            <a:ext cx="894112" cy="12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algn="r" eaLnBrk="1" hangingPunct="1"/>
            <a:endParaRPr lang="en-US" altLang="en-US" sz="816" dirty="0">
              <a:solidFill>
                <a:srgbClr val="808080"/>
              </a:solidFill>
            </a:endParaRPr>
          </a:p>
        </p:txBody>
      </p:sp>
      <p:sp>
        <p:nvSpPr>
          <p:cNvPr id="2" name="2. Slide Title"/>
          <p:cNvSpPr>
            <a:spLocks noGrp="1"/>
          </p:cNvSpPr>
          <p:nvPr>
            <p:ph type="title"/>
          </p:nvPr>
        </p:nvSpPr>
        <p:spPr bwMode="auto"/>
        <p:txBody>
          <a:bodyPr/>
          <a:lstStyle/>
          <a:p>
            <a:r>
              <a:rPr lang="en-US"/>
              <a:t>Click to edit Master title style</a:t>
            </a:r>
            <a:endParaRPr lang="x-none"/>
          </a:p>
        </p:txBody>
      </p:sp>
    </p:spTree>
    <p:extLst>
      <p:ext uri="{BB962C8B-B14F-4D97-AF65-F5344CB8AC3E}">
        <p14:creationId xmlns:p14="http://schemas.microsoft.com/office/powerpoint/2010/main" val="1748030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3" name="Object 61" hidden="1">
            <a:extLst>
              <a:ext uri="{FF2B5EF4-FFF2-40B4-BE49-F238E27FC236}">
                <a16:creationId xmlns:a16="http://schemas.microsoft.com/office/drawing/2014/main" id="{7F4536E7-B0CF-46FC-A490-F064F3EA8914}"/>
              </a:ext>
            </a:extLst>
          </p:cNvPr>
          <p:cNvGraphicFramePr>
            <a:graphicFrameLocks noChangeAspect="1"/>
          </p:cNvGraphicFramePr>
          <p:nvPr>
            <p:custDataLst>
              <p:tags r:id="rId1"/>
            </p:custDataLst>
          </p:nvPr>
        </p:nvGraphicFramePr>
        <p:xfrm>
          <a:off x="1621" y="1621"/>
          <a:ext cx="1619" cy="1619"/>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61" hidden="1">
                        <a:extLst>
                          <a:ext uri="{FF2B5EF4-FFF2-40B4-BE49-F238E27FC236}">
                            <a16:creationId xmlns:a16="http://schemas.microsoft.com/office/drawing/2014/main" id="{7F4536E7-B0CF-46FC-A490-F064F3EA89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 y="1621"/>
                        <a:ext cx="1619" cy="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Picture 62">
            <a:extLst>
              <a:ext uri="{FF2B5EF4-FFF2-40B4-BE49-F238E27FC236}">
                <a16:creationId xmlns:a16="http://schemas.microsoft.com/office/drawing/2014/main" id="{561F7470-B738-4068-BA51-DBE370E447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6196" r="2364" b="5876"/>
          <a:stretch>
            <a:fillRect/>
          </a:stretch>
        </p:blipFill>
        <p:spPr bwMode="ltGray">
          <a:xfrm>
            <a:off x="3240" y="5244223"/>
            <a:ext cx="12188760" cy="1276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oc id">
            <a:extLst>
              <a:ext uri="{FF2B5EF4-FFF2-40B4-BE49-F238E27FC236}">
                <a16:creationId xmlns:a16="http://schemas.microsoft.com/office/drawing/2014/main" id="{D18089CF-11A0-4FD5-8F87-36A18D827BA6}"/>
              </a:ext>
            </a:extLst>
          </p:cNvPr>
          <p:cNvSpPr>
            <a:spLocks noChangeArrowheads="1"/>
          </p:cNvSpPr>
          <p:nvPr/>
        </p:nvSpPr>
        <p:spPr bwMode="auto">
          <a:xfrm>
            <a:off x="10994991" y="51832"/>
            <a:ext cx="894112" cy="12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algn="r" eaLnBrk="1" hangingPunct="1"/>
            <a:endParaRPr lang="en-US" altLang="en-US" sz="816" dirty="0">
              <a:solidFill>
                <a:srgbClr val="808080"/>
              </a:solidFill>
            </a:endParaRPr>
          </a:p>
        </p:txBody>
      </p:sp>
      <p:sp>
        <p:nvSpPr>
          <p:cNvPr id="2" name="2. Slide Title"/>
          <p:cNvSpPr>
            <a:spLocks noGrp="1"/>
          </p:cNvSpPr>
          <p:nvPr>
            <p:ph type="title"/>
          </p:nvPr>
        </p:nvSpPr>
        <p:spPr bwMode="auto"/>
        <p:txBody>
          <a:bodyPr/>
          <a:lstStyle/>
          <a:p>
            <a:r>
              <a:rPr lang="en-US"/>
              <a:t>Click to edit Master title style</a:t>
            </a:r>
            <a:endParaRPr lang="x-none"/>
          </a:p>
        </p:txBody>
      </p:sp>
    </p:spTree>
    <p:extLst>
      <p:ext uri="{BB962C8B-B14F-4D97-AF65-F5344CB8AC3E}">
        <p14:creationId xmlns:p14="http://schemas.microsoft.com/office/powerpoint/2010/main" val="2812895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graphicFrame>
        <p:nvGraphicFramePr>
          <p:cNvPr id="3" name="Object 61" hidden="1">
            <a:extLst>
              <a:ext uri="{FF2B5EF4-FFF2-40B4-BE49-F238E27FC236}">
                <a16:creationId xmlns:a16="http://schemas.microsoft.com/office/drawing/2014/main" id="{52DFB2BE-3264-47B1-AC1A-96868B4D416D}"/>
              </a:ext>
            </a:extLst>
          </p:cNvPr>
          <p:cNvGraphicFramePr>
            <a:graphicFrameLocks noChangeAspect="1"/>
          </p:cNvGraphicFramePr>
          <p:nvPr>
            <p:custDataLst>
              <p:tags r:id="rId1"/>
            </p:custDataLst>
          </p:nvPr>
        </p:nvGraphicFramePr>
        <p:xfrm>
          <a:off x="1621" y="1621"/>
          <a:ext cx="1619" cy="1619"/>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61" hidden="1">
                        <a:extLst>
                          <a:ext uri="{FF2B5EF4-FFF2-40B4-BE49-F238E27FC236}">
                            <a16:creationId xmlns:a16="http://schemas.microsoft.com/office/drawing/2014/main" id="{52DFB2BE-3264-47B1-AC1A-96868B4D41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 y="1621"/>
                        <a:ext cx="1619" cy="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5631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96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Title &amp; Subtitl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hidden="1"/>
          <p:cNvSpPr/>
          <p:nvPr userDrawn="1">
            <p:custDataLst>
              <p:tags r:id="rId2"/>
            </p:custDataLst>
          </p:nvPr>
        </p:nvSpPr>
        <p:spPr>
          <a:xfrm>
            <a:off x="0" y="0"/>
            <a:ext cx="158750" cy="15875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100000"/>
              </a:lnSpc>
              <a:spcBef>
                <a:spcPct val="0"/>
              </a:spcBef>
              <a:spcAft>
                <a:spcPct val="0"/>
              </a:spcAft>
            </a:pPr>
            <a:endParaRPr lang="en-US" sz="1939" b="1"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2" name="TextBox 1"/>
          <p:cNvSpPr txBox="1"/>
          <p:nvPr userDrawn="1"/>
        </p:nvSpPr>
        <p:spPr>
          <a:xfrm>
            <a:off x="11626137" y="6566446"/>
            <a:ext cx="284012" cy="155496"/>
          </a:xfrm>
          <a:prstGeom prst="rect">
            <a:avLst/>
          </a:prstGeom>
          <a:noFill/>
        </p:spPr>
        <p:txBody>
          <a:bodyPr vert="horz" wrap="none" lIns="0" tIns="0" rIns="0" bIns="0" rtlCol="0">
            <a:noAutofit/>
          </a:bodyPr>
          <a:lstStyle/>
          <a:p>
            <a:pPr algn="l"/>
            <a:endParaRPr lang="pt-BR" sz="1020" b="0" i="0" baseline="0"/>
          </a:p>
        </p:txBody>
      </p:sp>
      <p:sp>
        <p:nvSpPr>
          <p:cNvPr id="7" name="Rectangle 6"/>
          <p:cNvSpPr/>
          <p:nvPr userDrawn="1"/>
        </p:nvSpPr>
        <p:spPr bwMode="auto">
          <a:xfrm>
            <a:off x="1" y="6738139"/>
            <a:ext cx="12191567" cy="119862"/>
          </a:xfrm>
          <a:prstGeom prst="rect">
            <a:avLst/>
          </a:prstGeom>
          <a:gradFill flip="none" rotWithShape="1">
            <a:gsLst>
              <a:gs pos="0">
                <a:srgbClr val="223C85"/>
              </a:gs>
              <a:gs pos="100000">
                <a:srgbClr val="00AEEF"/>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7" dirty="0">
              <a:solidFill>
                <a:schemeClr val="tx1"/>
              </a:solidFill>
            </a:endParaRPr>
          </a:p>
        </p:txBody>
      </p:sp>
      <p:sp>
        <p:nvSpPr>
          <p:cNvPr id="8" name="Rectangle 1027"/>
          <p:cNvSpPr txBox="1">
            <a:spLocks noChangeArrowheads="1"/>
          </p:cNvSpPr>
          <p:nvPr userDrawn="1"/>
        </p:nvSpPr>
        <p:spPr bwMode="auto">
          <a:xfrm>
            <a:off x="4568399" y="6738702"/>
            <a:ext cx="3055203" cy="11213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ctr"/>
            <a:r>
              <a:rPr lang="en-US" sz="714" b="1" kern="0" dirty="0">
                <a:solidFill>
                  <a:schemeClr val="bg1"/>
                </a:solidFill>
              </a:rPr>
              <a:t>CONFIDENTIAL</a:t>
            </a:r>
          </a:p>
        </p:txBody>
      </p:sp>
      <p:pic>
        <p:nvPicPr>
          <p:cNvPr id="9" name="Picture 8">
            <a:extLst>
              <a:ext uri="{FF2B5EF4-FFF2-40B4-BE49-F238E27FC236}">
                <a16:creationId xmlns:a16="http://schemas.microsoft.com/office/drawing/2014/main" id="{53EAF9F3-7602-4989-BDF4-F5A416C98748}"/>
              </a:ext>
            </a:extLst>
          </p:cNvPr>
          <p:cNvPicPr>
            <a:picLocks noChangeAspect="1"/>
          </p:cNvPicPr>
          <p:nvPr userDrawn="1"/>
        </p:nvPicPr>
        <p:blipFill>
          <a:blip r:embed="rId6"/>
          <a:stretch>
            <a:fillRect/>
          </a:stretch>
        </p:blipFill>
        <p:spPr>
          <a:xfrm>
            <a:off x="479695" y="1876609"/>
            <a:ext cx="4646019" cy="935980"/>
          </a:xfrm>
          <a:prstGeom prst="rect">
            <a:avLst/>
          </a:prstGeom>
        </p:spPr>
      </p:pic>
      <p:sp>
        <p:nvSpPr>
          <p:cNvPr id="10" name="Title 1">
            <a:extLst>
              <a:ext uri="{FF2B5EF4-FFF2-40B4-BE49-F238E27FC236}">
                <a16:creationId xmlns:a16="http://schemas.microsoft.com/office/drawing/2014/main" id="{B17461D3-4A65-4D9F-92E7-EA27C2E071A3}"/>
              </a:ext>
            </a:extLst>
          </p:cNvPr>
          <p:cNvSpPr txBox="1">
            <a:spLocks/>
          </p:cNvSpPr>
          <p:nvPr userDrawn="1"/>
        </p:nvSpPr>
        <p:spPr bwMode="auto">
          <a:xfrm>
            <a:off x="583329" y="3455286"/>
            <a:ext cx="8087165" cy="2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defTabSz="913526" rtl="0" eaLnBrk="1" fontAlgn="base" hangingPunct="1">
              <a:spcBef>
                <a:spcPct val="0"/>
              </a:spcBef>
              <a:spcAft>
                <a:spcPct val="0"/>
              </a:spcAft>
              <a:tabLst>
                <a:tab pos="275353" algn="l"/>
              </a:tabLst>
              <a:defRPr sz="1800" b="1" baseline="0">
                <a:solidFill>
                  <a:schemeClr val="tx2"/>
                </a:solidFill>
                <a:latin typeface="+mj-lt"/>
                <a:ea typeface="+mj-ea"/>
                <a:cs typeface="+mj-cs"/>
              </a:defRPr>
            </a:lvl1pPr>
            <a:lvl2pPr algn="l" defTabSz="913526" rtl="0" eaLnBrk="1" fontAlgn="base" hangingPunct="1">
              <a:spcBef>
                <a:spcPct val="0"/>
              </a:spcBef>
              <a:spcAft>
                <a:spcPct val="0"/>
              </a:spcAft>
              <a:defRPr sz="1939" b="1">
                <a:solidFill>
                  <a:schemeClr val="tx2"/>
                </a:solidFill>
                <a:latin typeface="Arial" charset="0"/>
              </a:defRPr>
            </a:lvl2pPr>
            <a:lvl3pPr algn="l" defTabSz="913526" rtl="0" eaLnBrk="1" fontAlgn="base" hangingPunct="1">
              <a:spcBef>
                <a:spcPct val="0"/>
              </a:spcBef>
              <a:spcAft>
                <a:spcPct val="0"/>
              </a:spcAft>
              <a:defRPr sz="1939" b="1">
                <a:solidFill>
                  <a:schemeClr val="tx2"/>
                </a:solidFill>
                <a:latin typeface="Arial" charset="0"/>
              </a:defRPr>
            </a:lvl3pPr>
            <a:lvl4pPr algn="l" defTabSz="913526" rtl="0" eaLnBrk="1" fontAlgn="base" hangingPunct="1">
              <a:spcBef>
                <a:spcPct val="0"/>
              </a:spcBef>
              <a:spcAft>
                <a:spcPct val="0"/>
              </a:spcAft>
              <a:defRPr sz="1939" b="1">
                <a:solidFill>
                  <a:schemeClr val="tx2"/>
                </a:solidFill>
                <a:latin typeface="Arial" charset="0"/>
              </a:defRPr>
            </a:lvl4pPr>
            <a:lvl5pPr algn="l" defTabSz="913526" rtl="0" eaLnBrk="1" fontAlgn="base" hangingPunct="1">
              <a:spcBef>
                <a:spcPct val="0"/>
              </a:spcBef>
              <a:spcAft>
                <a:spcPct val="0"/>
              </a:spcAft>
              <a:defRPr sz="1939" b="1">
                <a:solidFill>
                  <a:schemeClr val="tx2"/>
                </a:solidFill>
                <a:latin typeface="Arial" charset="0"/>
              </a:defRPr>
            </a:lvl5pPr>
            <a:lvl6pPr marL="466481" algn="l" defTabSz="913526" rtl="0" eaLnBrk="1" fontAlgn="base" hangingPunct="1">
              <a:spcBef>
                <a:spcPct val="0"/>
              </a:spcBef>
              <a:spcAft>
                <a:spcPct val="0"/>
              </a:spcAft>
              <a:defRPr sz="1939" b="1">
                <a:solidFill>
                  <a:schemeClr val="tx2"/>
                </a:solidFill>
                <a:latin typeface="Arial" charset="0"/>
              </a:defRPr>
            </a:lvl6pPr>
            <a:lvl7pPr marL="932962" algn="l" defTabSz="913526" rtl="0" eaLnBrk="1" fontAlgn="base" hangingPunct="1">
              <a:spcBef>
                <a:spcPct val="0"/>
              </a:spcBef>
              <a:spcAft>
                <a:spcPct val="0"/>
              </a:spcAft>
              <a:defRPr sz="1939" b="1">
                <a:solidFill>
                  <a:schemeClr val="tx2"/>
                </a:solidFill>
                <a:latin typeface="Arial" charset="0"/>
              </a:defRPr>
            </a:lvl7pPr>
            <a:lvl8pPr marL="1399443" algn="l" defTabSz="913526" rtl="0" eaLnBrk="1" fontAlgn="base" hangingPunct="1">
              <a:spcBef>
                <a:spcPct val="0"/>
              </a:spcBef>
              <a:spcAft>
                <a:spcPct val="0"/>
              </a:spcAft>
              <a:defRPr sz="1939" b="1">
                <a:solidFill>
                  <a:schemeClr val="tx2"/>
                </a:solidFill>
                <a:latin typeface="Arial" charset="0"/>
              </a:defRPr>
            </a:lvl8pPr>
            <a:lvl9pPr marL="1865925" algn="l" defTabSz="913526" rtl="0" eaLnBrk="1" fontAlgn="base" hangingPunct="1">
              <a:spcBef>
                <a:spcPct val="0"/>
              </a:spcBef>
              <a:spcAft>
                <a:spcPct val="0"/>
              </a:spcAft>
              <a:defRPr sz="1939" b="1">
                <a:solidFill>
                  <a:schemeClr val="tx2"/>
                </a:solidFill>
                <a:latin typeface="Arial" charset="0"/>
              </a:defRPr>
            </a:lvl9pPr>
          </a:lstStyle>
          <a:p>
            <a:endParaRPr lang="pt-BR" sz="1800" kern="0"/>
          </a:p>
        </p:txBody>
      </p:sp>
      <p:sp>
        <p:nvSpPr>
          <p:cNvPr id="5" name="Content Placeholder 4">
            <a:extLst>
              <a:ext uri="{FF2B5EF4-FFF2-40B4-BE49-F238E27FC236}">
                <a16:creationId xmlns:a16="http://schemas.microsoft.com/office/drawing/2014/main" id="{5E0E9F7E-88C1-43B3-AE8D-99F91CDC75E6}"/>
              </a:ext>
            </a:extLst>
          </p:cNvPr>
          <p:cNvSpPr>
            <a:spLocks noGrp="1"/>
          </p:cNvSpPr>
          <p:nvPr>
            <p:ph sz="quarter" idx="10"/>
          </p:nvPr>
        </p:nvSpPr>
        <p:spPr>
          <a:xfrm>
            <a:off x="583328" y="3230390"/>
            <a:ext cx="9069676" cy="369332"/>
          </a:xfrm>
        </p:spPr>
        <p:txBody>
          <a:bodyPr/>
          <a:lstStyle>
            <a:lvl1pPr>
              <a:defRPr sz="2400" b="1"/>
            </a:lvl1pPr>
            <a:lvl2pPr marL="1620" indent="0">
              <a:buNone/>
              <a:defRPr/>
            </a:lvl2pPr>
          </a:lstStyle>
          <a:p>
            <a:pPr lvl="0"/>
            <a:r>
              <a:rPr lang="en-US"/>
              <a:t>Click to edit Master text styles</a:t>
            </a:r>
          </a:p>
        </p:txBody>
      </p:sp>
      <p:sp>
        <p:nvSpPr>
          <p:cNvPr id="12" name="Content Placeholder 11">
            <a:extLst>
              <a:ext uri="{FF2B5EF4-FFF2-40B4-BE49-F238E27FC236}">
                <a16:creationId xmlns:a16="http://schemas.microsoft.com/office/drawing/2014/main" id="{252B3E7D-B996-406C-ACB4-434F99E08F20}"/>
              </a:ext>
            </a:extLst>
          </p:cNvPr>
          <p:cNvSpPr>
            <a:spLocks noGrp="1"/>
          </p:cNvSpPr>
          <p:nvPr>
            <p:ph sz="quarter" idx="11"/>
          </p:nvPr>
        </p:nvSpPr>
        <p:spPr>
          <a:xfrm>
            <a:off x="583328" y="3824618"/>
            <a:ext cx="4682114" cy="246221"/>
          </a:xfrm>
        </p:spPr>
        <p:txBody>
          <a:bodyPr/>
          <a:lstStyle>
            <a:lvl1pPr>
              <a:defRPr sz="1600"/>
            </a:lvl1pPr>
          </a:lstStyle>
          <a:p>
            <a:pPr lvl="0"/>
            <a:r>
              <a:rPr lang="en-US"/>
              <a:t>Click to edit Master text styles</a:t>
            </a:r>
          </a:p>
        </p:txBody>
      </p:sp>
    </p:spTree>
    <p:extLst>
      <p:ext uri="{BB962C8B-B14F-4D97-AF65-F5344CB8AC3E}">
        <p14:creationId xmlns:p14="http://schemas.microsoft.com/office/powerpoint/2010/main" val="209807706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5" name="Objek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hteck 3" hidden="1"/>
          <p:cNvSpPr/>
          <p:nvPr userDrawn="1">
            <p:custDataLst>
              <p:tags r:id="rId2"/>
            </p:custDataLst>
          </p:nvPr>
        </p:nvSpPr>
        <p:spPr>
          <a:xfrm>
            <a:off x="2" y="1"/>
            <a:ext cx="158751"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32958" rtl="0" eaLnBrk="1" fontAlgn="base" latinLnBrk="0" hangingPunct="1">
              <a:lnSpc>
                <a:spcPct val="100000"/>
              </a:lnSpc>
              <a:spcBef>
                <a:spcPct val="0"/>
              </a:spcBef>
              <a:spcAft>
                <a:spcPct val="0"/>
              </a:spcAft>
              <a:buClrTx/>
              <a:buSzTx/>
              <a:buFontTx/>
              <a:buNone/>
              <a:tabLst/>
              <a:defRPr/>
            </a:pPr>
            <a:endPar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 name="Inhaltsplatzhalter 2"/>
          <p:cNvSpPr>
            <a:spLocks noGrp="1"/>
          </p:cNvSpPr>
          <p:nvPr>
            <p:ph idx="1" hasCustomPrompt="1"/>
          </p:nvPr>
        </p:nvSpPr>
        <p:spPr>
          <a:xfrm>
            <a:off x="426001" y="1143624"/>
            <a:ext cx="11340000" cy="12561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el 1">
            <a:extLst>
              <a:ext uri="{FF2B5EF4-FFF2-40B4-BE49-F238E27FC236}">
                <a16:creationId xmlns:a16="http://schemas.microsoft.com/office/drawing/2014/main" id="{B36A5736-EF74-4B19-9549-C4B41CD10E1B}"/>
              </a:ext>
            </a:extLst>
          </p:cNvPr>
          <p:cNvSpPr>
            <a:spLocks noGrp="1"/>
          </p:cNvSpPr>
          <p:nvPr>
            <p:ph type="title" hasCustomPrompt="1"/>
          </p:nvPr>
        </p:nvSpPr>
        <p:spPr>
          <a:xfrm>
            <a:off x="426000" y="322641"/>
            <a:ext cx="8941520" cy="314028"/>
          </a:xfrm>
          <a:prstGeom prst="rect">
            <a:avLst/>
          </a:prstGeom>
        </p:spPr>
        <p:txBody>
          <a:bodyPr vert="horz" anchor="ctr"/>
          <a:lstStyle/>
          <a:p>
            <a:r>
              <a:rPr lang="en-US" altLang="nl-NL"/>
              <a:t>Click to edit title (max. 2 lines)</a:t>
            </a:r>
            <a:endParaRPr lang="en-US"/>
          </a:p>
        </p:txBody>
      </p:sp>
    </p:spTree>
    <p:extLst>
      <p:ext uri="{BB962C8B-B14F-4D97-AF65-F5344CB8AC3E}">
        <p14:creationId xmlns:p14="http://schemas.microsoft.com/office/powerpoint/2010/main" val="119449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er Ecosystem">
    <p:spTree>
      <p:nvGrpSpPr>
        <p:cNvPr id="1" name=""/>
        <p:cNvGrpSpPr/>
        <p:nvPr/>
      </p:nvGrpSpPr>
      <p:grpSpPr>
        <a:xfrm>
          <a:off x="0" y="0"/>
          <a:ext cx="0" cy="0"/>
          <a:chOff x="0" y="0"/>
          <a:chExt cx="0" cy="0"/>
        </a:xfrm>
      </p:grpSpPr>
    </p:spTree>
    <p:extLst>
      <p:ext uri="{BB962C8B-B14F-4D97-AF65-F5344CB8AC3E}">
        <p14:creationId xmlns:p14="http://schemas.microsoft.com/office/powerpoint/2010/main" val="485943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Content ">
    <p:spTree>
      <p:nvGrpSpPr>
        <p:cNvPr id="1" name=""/>
        <p:cNvGrpSpPr/>
        <p:nvPr/>
      </p:nvGrpSpPr>
      <p:grpSpPr>
        <a:xfrm>
          <a:off x="0" y="0"/>
          <a:ext cx="0" cy="0"/>
          <a:chOff x="0" y="0"/>
          <a:chExt cx="0" cy="0"/>
        </a:xfrm>
      </p:grpSpPr>
      <p:sp>
        <p:nvSpPr>
          <p:cNvPr id="3" name="Zástupný symbol pro obsah 2"/>
          <p:cNvSpPr>
            <a:spLocks noGrp="1"/>
          </p:cNvSpPr>
          <p:nvPr userDrawn="1">
            <p:ph idx="1" hasCustomPrompt="1"/>
          </p:nvPr>
        </p:nvSpPr>
        <p:spPr>
          <a:xfrm>
            <a:off x="390960" y="1622139"/>
            <a:ext cx="11410091" cy="1256112"/>
          </a:xfrm>
        </p:spPr>
        <p:txBody>
          <a:bodyPr/>
          <a:lstStyle>
            <a:lvl1pPr>
              <a:defRPr baseline="0">
                <a:latin typeface="Verdana" panose="020B0604030504040204" pitchFamily="34" charset="0"/>
              </a:defRPr>
            </a:lvl1pPr>
            <a:lvl2pPr>
              <a:defRPr>
                <a:latin typeface="Verdana" panose="020B0604030504040204" pitchFamily="34" charset="0"/>
              </a:defRPr>
            </a:lvl2pPr>
            <a:lvl3pPr>
              <a:defRPr>
                <a:latin typeface="Verdana" panose="020B0604030504040204" pitchFamily="34" charset="0"/>
              </a:defRPr>
            </a:lvl3pPr>
            <a:lvl4pPr>
              <a:defRPr>
                <a:latin typeface="Verdana" panose="020B0604030504040204" pitchFamily="34" charset="0"/>
              </a:defRPr>
            </a:lvl4pPr>
            <a:lvl5pPr>
              <a:defRPr>
                <a:latin typeface="Verdana" panose="020B0604030504040204" pitchFamily="34" charset="0"/>
              </a:defRPr>
            </a:lvl5pPr>
          </a:lstStyle>
          <a:p>
            <a:pPr lvl="0"/>
            <a:r>
              <a:rPr lang="en-GB" noProof="0"/>
              <a:t>First level text</a:t>
            </a:r>
          </a:p>
          <a:p>
            <a:pPr lvl="1"/>
            <a:r>
              <a:rPr lang="en-GB" noProof="0"/>
              <a:t>Second level text</a:t>
            </a:r>
          </a:p>
          <a:p>
            <a:pPr lvl="2"/>
            <a:r>
              <a:rPr lang="en-GB" noProof="0"/>
              <a:t>Third level text</a:t>
            </a:r>
          </a:p>
          <a:p>
            <a:pPr lvl="3"/>
            <a:r>
              <a:rPr lang="en-GB" noProof="0"/>
              <a:t>Fourth level text</a:t>
            </a:r>
          </a:p>
          <a:p>
            <a:pPr lvl="4"/>
            <a:r>
              <a:rPr lang="en-GB" noProof="0"/>
              <a:t>Fifth level text</a:t>
            </a:r>
          </a:p>
        </p:txBody>
      </p:sp>
      <p:sp>
        <p:nvSpPr>
          <p:cNvPr id="7" name="Zástupný symbol pro číslo snímku 6"/>
          <p:cNvSpPr>
            <a:spLocks noGrp="1"/>
          </p:cNvSpPr>
          <p:nvPr userDrawn="1">
            <p:ph type="sldNum" sz="quarter" idx="10"/>
          </p:nvPr>
        </p:nvSpPr>
        <p:spPr/>
        <p:txBody>
          <a:bodyPr/>
          <a:lstStyle>
            <a:lvl1pPr>
              <a:defRPr>
                <a:latin typeface="Verdana" panose="020B0604030504040204" pitchFamily="34" charset="0"/>
              </a:defRPr>
            </a:lvl1pPr>
          </a:lstStyle>
          <a:p>
            <a:fld id="{1E956721-BB38-4972-8ACD-5A2C9377E3B4}" type="slidenum">
              <a:rPr lang="en-GB" smtClean="0"/>
              <a:pPr/>
              <a:t>‹#›</a:t>
            </a:fld>
            <a:endParaRPr lang="en-GB" dirty="0"/>
          </a:p>
        </p:txBody>
      </p:sp>
      <p:sp>
        <p:nvSpPr>
          <p:cNvPr id="29" name="Zástupný symbol pro text 28"/>
          <p:cNvSpPr>
            <a:spLocks noGrp="1"/>
          </p:cNvSpPr>
          <p:nvPr userDrawn="1">
            <p:ph type="body" sz="quarter" idx="12" hasCustomPrompt="1"/>
          </p:nvPr>
        </p:nvSpPr>
        <p:spPr>
          <a:xfrm>
            <a:off x="389933" y="1006137"/>
            <a:ext cx="11410091" cy="410668"/>
          </a:xfrm>
        </p:spPr>
        <p:txBody>
          <a:bodyPr>
            <a:noAutofit/>
          </a:bodyPr>
          <a:lstStyle>
            <a:lvl1pPr marL="0" indent="0">
              <a:lnSpc>
                <a:spcPts val="2737"/>
              </a:lnSpc>
              <a:buNone/>
              <a:defRPr sz="2281" baseline="0"/>
            </a:lvl1pPr>
          </a:lstStyle>
          <a:p>
            <a:pPr lvl="0"/>
            <a:r>
              <a:rPr lang="en-GB" noProof="0"/>
              <a:t>Subheading</a:t>
            </a:r>
          </a:p>
        </p:txBody>
      </p:sp>
      <p:sp>
        <p:nvSpPr>
          <p:cNvPr id="30" name="Nadpis 29"/>
          <p:cNvSpPr>
            <a:spLocks noGrp="1"/>
          </p:cNvSpPr>
          <p:nvPr userDrawn="1">
            <p:ph type="title" hasCustomPrompt="1"/>
          </p:nvPr>
        </p:nvSpPr>
        <p:spPr>
          <a:xfrm>
            <a:off x="389930" y="319273"/>
            <a:ext cx="10972800" cy="314028"/>
          </a:xfrm>
        </p:spPr>
        <p:txBody>
          <a:bodyPr/>
          <a:lstStyle>
            <a:lvl1pPr>
              <a:defRPr/>
            </a:lvl1pPr>
          </a:lstStyle>
          <a:p>
            <a:r>
              <a:rPr lang="en-GB" noProof="0"/>
              <a:t>Headline Text (Page Message)</a:t>
            </a:r>
          </a:p>
        </p:txBody>
      </p:sp>
    </p:spTree>
    <p:extLst>
      <p:ext uri="{BB962C8B-B14F-4D97-AF65-F5344CB8AC3E}">
        <p14:creationId xmlns:p14="http://schemas.microsoft.com/office/powerpoint/2010/main" val="1161581780"/>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amp; Subtitl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0" y="1590"/>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Rectangle 13" hidden="1"/>
          <p:cNvSpPr/>
          <p:nvPr userDrawn="1">
            <p:custDataLst>
              <p:tags r:id="rId2"/>
            </p:custDataLst>
          </p:nvPr>
        </p:nvSpPr>
        <p:spPr>
          <a:xfrm>
            <a:off x="0" y="0"/>
            <a:ext cx="158750" cy="15875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eaLnBrk="1">
              <a:lnSpc>
                <a:spcPct val="100000"/>
              </a:lnSpc>
              <a:spcBef>
                <a:spcPct val="0"/>
              </a:spcBef>
              <a:spcAft>
                <a:spcPct val="0"/>
              </a:spcAft>
            </a:pPr>
            <a:endParaRPr lang="en-US" sz="1800" b="1" i="0" baseline="0" dirty="0">
              <a:solidFill>
                <a:schemeClr val="tx1"/>
              </a:solidFill>
              <a:latin typeface="Arial" panose="020B0604020202020204" pitchFamily="34" charset="0"/>
              <a:ea typeface="+mj-ea"/>
              <a:cs typeface="+mj-cs"/>
              <a:sym typeface="Arial" panose="020B0604020202020204" pitchFamily="34" charset="0"/>
            </a:endParaRPr>
          </a:p>
        </p:txBody>
      </p:sp>
      <p:sp>
        <p:nvSpPr>
          <p:cNvPr id="2" name="TextBox 1"/>
          <p:cNvSpPr txBox="1"/>
          <p:nvPr userDrawn="1"/>
        </p:nvSpPr>
        <p:spPr>
          <a:xfrm>
            <a:off x="11626137" y="6566446"/>
            <a:ext cx="284012" cy="155496"/>
          </a:xfrm>
          <a:prstGeom prst="rect">
            <a:avLst/>
          </a:prstGeom>
          <a:noFill/>
        </p:spPr>
        <p:txBody>
          <a:bodyPr vert="horz" wrap="none" lIns="0" tIns="0" rIns="0" bIns="0" rtlCol="0">
            <a:noAutofit/>
          </a:bodyPr>
          <a:lstStyle/>
          <a:p>
            <a:pPr algn="l"/>
            <a:endParaRPr lang="pt-BR" sz="1020" b="0" i="0" baseline="0"/>
          </a:p>
        </p:txBody>
      </p:sp>
      <p:pic>
        <p:nvPicPr>
          <p:cNvPr id="15" name="Picture 14"/>
          <p:cNvPicPr>
            <a:picLocks noChangeAspect="1"/>
          </p:cNvPicPr>
          <p:nvPr userDrawn="1"/>
        </p:nvPicPr>
        <p:blipFill>
          <a:blip r:embed="rId6" cstate="print"/>
          <a:stretch>
            <a:fillRect/>
          </a:stretch>
        </p:blipFill>
        <p:spPr>
          <a:xfrm>
            <a:off x="628255" y="1914726"/>
            <a:ext cx="4740388" cy="954991"/>
          </a:xfrm>
          <a:prstGeom prst="rect">
            <a:avLst/>
          </a:prstGeom>
        </p:spPr>
      </p:pic>
      <p:sp>
        <p:nvSpPr>
          <p:cNvPr id="22" name="Title 21"/>
          <p:cNvSpPr>
            <a:spLocks noGrp="1"/>
          </p:cNvSpPr>
          <p:nvPr>
            <p:ph type="title"/>
          </p:nvPr>
        </p:nvSpPr>
        <p:spPr>
          <a:xfrm>
            <a:off x="628256" y="3449115"/>
            <a:ext cx="8840220" cy="314028"/>
          </a:xfrm>
          <a:prstGeom prst="rect">
            <a:avLst/>
          </a:prstGeom>
        </p:spPr>
        <p:txBody>
          <a:bodyPr/>
          <a:lstStyle>
            <a:lvl1pPr>
              <a:defRPr/>
            </a:lvl1pPr>
          </a:lstStyle>
          <a:p>
            <a:r>
              <a:rPr lang="en-US"/>
              <a:t>Click to edit Master title style</a:t>
            </a:r>
            <a:endParaRPr lang="en-SG"/>
          </a:p>
        </p:txBody>
      </p:sp>
      <p:sp>
        <p:nvSpPr>
          <p:cNvPr id="7" name="Rectangle 6"/>
          <p:cNvSpPr/>
          <p:nvPr userDrawn="1"/>
        </p:nvSpPr>
        <p:spPr bwMode="auto">
          <a:xfrm>
            <a:off x="2" y="6738139"/>
            <a:ext cx="12191567" cy="119862"/>
          </a:xfrm>
          <a:prstGeom prst="rect">
            <a:avLst/>
          </a:prstGeom>
          <a:gradFill flip="none" rotWithShape="1">
            <a:gsLst>
              <a:gs pos="0">
                <a:srgbClr val="223C85"/>
              </a:gs>
              <a:gs pos="100000">
                <a:srgbClr val="00AEEF"/>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7" dirty="0">
              <a:solidFill>
                <a:schemeClr val="tx1"/>
              </a:solidFill>
            </a:endParaRPr>
          </a:p>
        </p:txBody>
      </p:sp>
      <p:sp>
        <p:nvSpPr>
          <p:cNvPr id="8" name="Rectangle 1027"/>
          <p:cNvSpPr txBox="1">
            <a:spLocks noChangeArrowheads="1"/>
          </p:cNvSpPr>
          <p:nvPr userDrawn="1"/>
        </p:nvSpPr>
        <p:spPr bwMode="auto">
          <a:xfrm>
            <a:off x="4568399" y="6738702"/>
            <a:ext cx="3055203" cy="112134"/>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l" defTabSz="895350"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3675" indent="-192088" algn="l" defTabSz="895350"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57200" indent="-261938"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14363" indent="-155575" algn="l" defTabSz="895350"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49808" indent="-130175" algn="l" defTabSz="895350"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gn="ctr"/>
            <a:r>
              <a:rPr lang="en-US" sz="714" b="1" kern="0" dirty="0">
                <a:solidFill>
                  <a:schemeClr val="bg1"/>
                </a:solidFill>
              </a:rPr>
              <a:t>CONFIDENTIAL</a:t>
            </a:r>
          </a:p>
        </p:txBody>
      </p:sp>
      <p:sp>
        <p:nvSpPr>
          <p:cNvPr id="5" name="Text Placeholder 4">
            <a:extLst>
              <a:ext uri="{FF2B5EF4-FFF2-40B4-BE49-F238E27FC236}">
                <a16:creationId xmlns:a16="http://schemas.microsoft.com/office/drawing/2014/main" id="{3A86B6AC-D72B-46FF-9365-159E21B30756}"/>
              </a:ext>
            </a:extLst>
          </p:cNvPr>
          <p:cNvSpPr>
            <a:spLocks noGrp="1"/>
          </p:cNvSpPr>
          <p:nvPr>
            <p:ph type="body" sz="quarter" idx="10" hasCustomPrompt="1"/>
          </p:nvPr>
        </p:nvSpPr>
        <p:spPr>
          <a:xfrm>
            <a:off x="627630" y="3840458"/>
            <a:ext cx="8840220" cy="215444"/>
          </a:xfrm>
        </p:spPr>
        <p:txBody>
          <a:bodyPr/>
          <a:lstStyle>
            <a:lvl3pPr marL="111125" indent="0">
              <a:buNone/>
              <a:defRPr sz="1400">
                <a:solidFill>
                  <a:schemeClr val="accent4"/>
                </a:solidFill>
              </a:defRPr>
            </a:lvl3pPr>
          </a:lstStyle>
          <a:p>
            <a:pPr lvl="2"/>
            <a:r>
              <a:rPr lang="en-US"/>
              <a:t>Date</a:t>
            </a:r>
          </a:p>
        </p:txBody>
      </p:sp>
    </p:spTree>
    <p:extLst>
      <p:ext uri="{BB962C8B-B14F-4D97-AF65-F5344CB8AC3E}">
        <p14:creationId xmlns:p14="http://schemas.microsoft.com/office/powerpoint/2010/main" val="421757806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934C6C-8426-464A-AA36-B00E2F454409}" type="datetimeFigureOut">
              <a:rPr lang="en-US" smtClean="0"/>
              <a:t>18/11/2025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0354164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34C6C-8426-464A-AA36-B00E2F454409}" type="datetimeFigureOut">
              <a:rPr lang="en-US" smtClean="0"/>
              <a:t>18/11/2025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296259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934C6C-8426-464A-AA36-B00E2F454409}" type="datetimeFigureOut">
              <a:rPr lang="en-US" smtClean="0"/>
              <a:t>18/11/2025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771342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934C6C-8426-464A-AA36-B00E2F454409}" type="datetimeFigureOut">
              <a:rPr lang="en-US" smtClean="0"/>
              <a:t>18/11/2025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544983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934C6C-8426-464A-AA36-B00E2F454409}" type="datetimeFigureOut">
              <a:rPr lang="en-US" smtClean="0"/>
              <a:t>18/11/2025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516351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934C6C-8426-464A-AA36-B00E2F454409}" type="datetimeFigureOut">
              <a:rPr lang="en-US" smtClean="0"/>
              <a:t>18/11/2025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862501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934C6C-8426-464A-AA36-B00E2F454409}" type="datetimeFigureOut">
              <a:rPr lang="en-US" smtClean="0"/>
              <a:t>18/11/2025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5248069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934C6C-8426-464A-AA36-B00E2F454409}" type="datetimeFigureOut">
              <a:rPr lang="en-US" smtClean="0"/>
              <a:t>18/11/2025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43137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934C6C-8426-464A-AA36-B00E2F454409}" type="datetimeFigureOut">
              <a:rPr lang="en-US" smtClean="0"/>
              <a:t>18/11/2025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1006595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34C6C-8426-464A-AA36-B00E2F454409}" type="datetimeFigureOut">
              <a:rPr lang="en-US" smtClean="0"/>
              <a:t>18/11/2025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35765845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34C6C-8426-464A-AA36-B00E2F454409}" type="datetimeFigureOut">
              <a:rPr lang="en-US" smtClean="0"/>
              <a:t>18/11/2025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E56FAF-3C36-405E-8F78-8E2BEA039804}" type="slidenum">
              <a:rPr lang="en-US" smtClean="0"/>
              <a:t>‹#›</a:t>
            </a:fld>
            <a:endParaRPr lang="en-US"/>
          </a:p>
        </p:txBody>
      </p:sp>
    </p:spTree>
    <p:extLst>
      <p:ext uri="{BB962C8B-B14F-4D97-AF65-F5344CB8AC3E}">
        <p14:creationId xmlns:p14="http://schemas.microsoft.com/office/powerpoint/2010/main" val="2765126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26" Type="http://schemas.openxmlformats.org/officeDocument/2006/relationships/tags" Target="../tags/tag15.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ags" Target="../tags/tag1.xml"/><Relationship Id="rId17" Type="http://schemas.openxmlformats.org/officeDocument/2006/relationships/tags" Target="../tags/tag6.xml"/><Relationship Id="rId25" Type="http://schemas.openxmlformats.org/officeDocument/2006/relationships/tags" Target="../tags/tag14.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24" Type="http://schemas.openxmlformats.org/officeDocument/2006/relationships/tags" Target="../tags/tag13.xml"/><Relationship Id="rId5" Type="http://schemas.openxmlformats.org/officeDocument/2006/relationships/slideLayout" Target="../slideLayouts/slideLayout5.xml"/><Relationship Id="rId15" Type="http://schemas.openxmlformats.org/officeDocument/2006/relationships/tags" Target="../tags/tag4.xml"/><Relationship Id="rId23" Type="http://schemas.openxmlformats.org/officeDocument/2006/relationships/tags" Target="../tags/tag12.xml"/><Relationship Id="rId28" Type="http://schemas.openxmlformats.org/officeDocument/2006/relationships/tags" Target="../tags/tag17.xml"/><Relationship Id="rId10" Type="http://schemas.openxmlformats.org/officeDocument/2006/relationships/slideLayout" Target="../slideLayouts/slideLayout10.xml"/><Relationship Id="rId19" Type="http://schemas.openxmlformats.org/officeDocument/2006/relationships/tags" Target="../tags/tag8.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 Id="rId22" Type="http://schemas.openxmlformats.org/officeDocument/2006/relationships/tags" Target="../tags/tag11.xml"/><Relationship Id="rId27" Type="http://schemas.openxmlformats.org/officeDocument/2006/relationships/tags" Target="../tags/tag16.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1" hidden="1">
            <a:extLst>
              <a:ext uri="{FF2B5EF4-FFF2-40B4-BE49-F238E27FC236}">
                <a16:creationId xmlns:a16="http://schemas.microsoft.com/office/drawing/2014/main" id="{495745DE-65CD-4F8F-A261-B1F6844343A4}"/>
              </a:ext>
            </a:extLst>
          </p:cNvPr>
          <p:cNvGraphicFramePr>
            <a:graphicFrameLocks noChangeAspect="1"/>
          </p:cNvGraphicFramePr>
          <p:nvPr>
            <p:custDataLst>
              <p:tags r:id="rId12"/>
            </p:custDataLst>
          </p:nvPr>
        </p:nvGraphicFramePr>
        <p:xfrm>
          <a:off x="0" y="0"/>
          <a:ext cx="215430" cy="161974"/>
        </p:xfrm>
        <a:graphic>
          <a:graphicData uri="http://schemas.openxmlformats.org/presentationml/2006/ole">
            <mc:AlternateContent xmlns:mc="http://schemas.openxmlformats.org/markup-compatibility/2006">
              <mc:Choice xmlns:v="urn:schemas-microsoft-com:vml" Requires="v">
                <p:oleObj name="think-cell Slide" r:id="rId29" imgW="360" imgH="360" progId="TCLayout.ActiveDocument.1">
                  <p:embed/>
                </p:oleObj>
              </mc:Choice>
              <mc:Fallback>
                <p:oleObj name="think-cell Slide" r:id="rId29" imgW="360" imgH="360" progId="TCLayout.ActiveDocument.1">
                  <p:embed/>
                  <p:pic>
                    <p:nvPicPr>
                      <p:cNvPr id="1026" name="Object 1" hidden="1">
                        <a:extLst>
                          <a:ext uri="{FF2B5EF4-FFF2-40B4-BE49-F238E27FC236}">
                            <a16:creationId xmlns:a16="http://schemas.microsoft.com/office/drawing/2014/main" id="{495745DE-65CD-4F8F-A261-B1F6844343A4}"/>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0" y="0"/>
                        <a:ext cx="215430" cy="161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hidden="1">
            <a:extLst>
              <a:ext uri="{FF2B5EF4-FFF2-40B4-BE49-F238E27FC236}">
                <a16:creationId xmlns:a16="http://schemas.microsoft.com/office/drawing/2014/main" id="{F350EA72-916C-45A9-8CEE-73C22063F242}"/>
              </a:ext>
            </a:extLst>
          </p:cNvPr>
          <p:cNvSpPr/>
          <p:nvPr>
            <p:custDataLst>
              <p:tags r:id="rId13"/>
            </p:custDataLst>
          </p:nvPr>
        </p:nvSpPr>
        <p:spPr bwMode="auto">
          <a:xfrm>
            <a:off x="0" y="0"/>
            <a:ext cx="215430" cy="161974"/>
          </a:xfrm>
          <a:prstGeom prst="rect">
            <a:avLst/>
          </a:prstGeom>
          <a:solidFill>
            <a:schemeClr val="bg2"/>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eaLnBrk="1" hangingPunct="1">
              <a:defRPr/>
            </a:pPr>
            <a:endParaRPr lang="x-none" sz="1837">
              <a:solidFill>
                <a:srgbClr val="000000"/>
              </a:solidFill>
              <a:sym typeface="Arial" panose="020B0604020202020204" pitchFamily="34" charset="0"/>
            </a:endParaRPr>
          </a:p>
        </p:txBody>
      </p:sp>
      <p:sp>
        <p:nvSpPr>
          <p:cNvPr id="1034" name="Working Draft" hidden="1">
            <a:extLst>
              <a:ext uri="{FF2B5EF4-FFF2-40B4-BE49-F238E27FC236}">
                <a16:creationId xmlns:a16="http://schemas.microsoft.com/office/drawing/2014/main" id="{C56466F6-EF07-4248-BA69-DABE7809A173}"/>
              </a:ext>
            </a:extLst>
          </p:cNvPr>
          <p:cNvSpPr txBox="1">
            <a:spLocks noChangeArrowheads="1"/>
          </p:cNvSpPr>
          <p:nvPr/>
        </p:nvSpPr>
        <p:spPr bwMode="gray">
          <a:xfrm rot="5400000">
            <a:off x="11113461" y="1979058"/>
            <a:ext cx="1965947" cy="96108"/>
          </a:xfrm>
          <a:prstGeom prst="rect">
            <a:avLst/>
          </a:prstGeom>
          <a:noFill/>
          <a:ln>
            <a:noFill/>
          </a:ln>
          <a:effectLst/>
        </p:spPr>
        <p:txBody>
          <a:bodyPr wrap="none" lIns="0" tIns="0" rIns="0" bIns="0">
            <a:spAutoFit/>
          </a:bodyPr>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eaLnBrk="1" hangingPunct="1">
              <a:defRPr lang="x-none"/>
            </a:pPr>
            <a:r>
              <a:rPr lang="en-GB" sz="612" dirty="0">
                <a:solidFill>
                  <a:srgbClr val="808080"/>
                </a:solidFill>
                <a:latin typeface="+mn-lt"/>
              </a:rPr>
              <a:t>Last Modified 12/08/2020 04:05 Arabian Standard Time</a:t>
            </a:r>
            <a:endParaRPr sz="1632">
              <a:solidFill>
                <a:srgbClr val="808080"/>
              </a:solidFill>
              <a:latin typeface="+mn-lt"/>
            </a:endParaRPr>
          </a:p>
        </p:txBody>
      </p:sp>
      <p:sp>
        <p:nvSpPr>
          <p:cNvPr id="1035" name="Printed" hidden="1">
            <a:extLst>
              <a:ext uri="{FF2B5EF4-FFF2-40B4-BE49-F238E27FC236}">
                <a16:creationId xmlns:a16="http://schemas.microsoft.com/office/drawing/2014/main" id="{4C62C3A9-AD64-4F14-A658-E20D7123F4F9}"/>
              </a:ext>
            </a:extLst>
          </p:cNvPr>
          <p:cNvSpPr txBox="1">
            <a:spLocks noChangeArrowheads="1"/>
          </p:cNvSpPr>
          <p:nvPr/>
        </p:nvSpPr>
        <p:spPr bwMode="gray">
          <a:xfrm rot="5400000">
            <a:off x="11224679" y="4197298"/>
            <a:ext cx="1743510" cy="96108"/>
          </a:xfrm>
          <a:prstGeom prst="rect">
            <a:avLst/>
          </a:prstGeom>
          <a:noFill/>
          <a:ln>
            <a:noFill/>
          </a:ln>
          <a:effectLst/>
        </p:spPr>
        <p:txBody>
          <a:bodyPr wrap="none" lIns="0" tIns="0" rIns="0" bIns="0">
            <a:spAutoFit/>
          </a:bodyPr>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eaLnBrk="1" hangingPunct="1">
              <a:defRPr lang="x-none"/>
            </a:pPr>
            <a:r>
              <a:rPr lang="en-GB" sz="612" dirty="0">
                <a:solidFill>
                  <a:srgbClr val="808080"/>
                </a:solidFill>
                <a:latin typeface="+mn-lt"/>
              </a:rPr>
              <a:t>Printed 25/07/2020 16:01 Arabian Standard Time</a:t>
            </a:r>
            <a:endParaRPr sz="1632">
              <a:solidFill>
                <a:srgbClr val="808080"/>
              </a:solidFill>
              <a:latin typeface="+mn-lt"/>
            </a:endParaRPr>
          </a:p>
        </p:txBody>
      </p:sp>
      <p:sp>
        <p:nvSpPr>
          <p:cNvPr id="1030" name="Title Placeholder 2">
            <a:extLst>
              <a:ext uri="{FF2B5EF4-FFF2-40B4-BE49-F238E27FC236}">
                <a16:creationId xmlns:a16="http://schemas.microsoft.com/office/drawing/2014/main" id="{65A41C96-0F77-4267-817E-43D9C45EF475}"/>
              </a:ext>
            </a:extLst>
          </p:cNvPr>
          <p:cNvSpPr>
            <a:spLocks noGrp="1" noChangeArrowheads="1"/>
          </p:cNvSpPr>
          <p:nvPr>
            <p:ph type="title"/>
          </p:nvPr>
        </p:nvSpPr>
        <p:spPr bwMode="gray">
          <a:xfrm>
            <a:off x="163597" y="234864"/>
            <a:ext cx="11725506" cy="314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title style</a:t>
            </a:r>
          </a:p>
        </p:txBody>
      </p:sp>
      <p:sp>
        <p:nvSpPr>
          <p:cNvPr id="10" name="1. On-page tracker" hidden="1">
            <a:extLst>
              <a:ext uri="{FF2B5EF4-FFF2-40B4-BE49-F238E27FC236}">
                <a16:creationId xmlns:a16="http://schemas.microsoft.com/office/drawing/2014/main" id="{931442EE-D1A0-4B63-8089-4E8E00F02D04}"/>
              </a:ext>
            </a:extLst>
          </p:cNvPr>
          <p:cNvSpPr>
            <a:spLocks noChangeArrowheads="1"/>
          </p:cNvSpPr>
          <p:nvPr/>
        </p:nvSpPr>
        <p:spPr bwMode="gray">
          <a:xfrm>
            <a:off x="161977" y="77748"/>
            <a:ext cx="511939" cy="128097"/>
          </a:xfrm>
          <a:prstGeom prst="rect">
            <a:avLst/>
          </a:prstGeom>
          <a:noFill/>
          <a:ln>
            <a:noFill/>
          </a:ln>
          <a:effectLst/>
        </p:spPr>
        <p:txBody>
          <a:bodyPr wrap="none" lIns="0" tIns="0" rIns="0" bIns="0">
            <a:spAutoFit/>
          </a:bodyPr>
          <a:lstStyle/>
          <a:p>
            <a:pPr eaLnBrk="1" hangingPunct="1">
              <a:defRPr/>
            </a:pPr>
            <a:r>
              <a:rPr lang="x-none" sz="816" cap="all">
                <a:solidFill>
                  <a:schemeClr val="accent6"/>
                </a:solidFill>
                <a:latin typeface="+mn-lt"/>
              </a:rPr>
              <a:t>TRACKER</a:t>
            </a:r>
          </a:p>
        </p:txBody>
      </p:sp>
      <p:sp>
        <p:nvSpPr>
          <p:cNvPr id="11" name="3. Unit of measure" hidden="1">
            <a:extLst>
              <a:ext uri="{FF2B5EF4-FFF2-40B4-BE49-F238E27FC236}">
                <a16:creationId xmlns:a16="http://schemas.microsoft.com/office/drawing/2014/main" id="{13AE87C4-B8F6-45A9-8AE8-D7105903C5DF}"/>
              </a:ext>
            </a:extLst>
          </p:cNvPr>
          <p:cNvSpPr txBox="1">
            <a:spLocks noChangeArrowheads="1"/>
          </p:cNvSpPr>
          <p:nvPr/>
        </p:nvSpPr>
        <p:spPr bwMode="gray">
          <a:xfrm>
            <a:off x="161977" y="566911"/>
            <a:ext cx="11725507" cy="256260"/>
          </a:xfrm>
          <a:prstGeom prst="rect">
            <a:avLst/>
          </a:prstGeom>
          <a:noFill/>
          <a:ln>
            <a:noFill/>
          </a:ln>
          <a:effectLst/>
        </p:spPr>
        <p:txBody>
          <a:bodyPr lIns="0" tIns="0" rIns="0" bIns="0">
            <a:spAutoFit/>
          </a:bodyPr>
          <a:lstStyle>
            <a:lvl1pPr defTabSz="895350">
              <a:defRPr lang="x-none" sz="2400">
                <a:solidFill>
                  <a:schemeClr val="tx1"/>
                </a:solidFill>
                <a:latin typeface="Arial" charset="0"/>
              </a:defRPr>
            </a:lvl1pPr>
            <a:lvl2pPr marL="447675" defTabSz="895350">
              <a:defRPr lang="x-none" sz="2400">
                <a:solidFill>
                  <a:schemeClr val="tx1"/>
                </a:solidFill>
                <a:latin typeface="Arial" charset="0"/>
              </a:defRPr>
            </a:lvl2pPr>
            <a:lvl3pPr marL="895350" defTabSz="895350">
              <a:defRPr lang="x-none" sz="2400">
                <a:solidFill>
                  <a:schemeClr val="tx1"/>
                </a:solidFill>
                <a:latin typeface="Arial" charset="0"/>
              </a:defRPr>
            </a:lvl3pPr>
            <a:lvl4pPr marL="1344613"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eaLnBrk="1" hangingPunct="1">
              <a:defRPr lang="x-none"/>
            </a:pPr>
            <a:r>
              <a:rPr sz="1632">
                <a:solidFill>
                  <a:schemeClr val="accent6"/>
                </a:solidFill>
                <a:latin typeface="+mn-lt"/>
              </a:rPr>
              <a:t>Unit of measure</a:t>
            </a:r>
          </a:p>
        </p:txBody>
      </p:sp>
      <p:sp>
        <p:nvSpPr>
          <p:cNvPr id="1033" name="Text Placeholder 2">
            <a:extLst>
              <a:ext uri="{FF2B5EF4-FFF2-40B4-BE49-F238E27FC236}">
                <a16:creationId xmlns:a16="http://schemas.microsoft.com/office/drawing/2014/main" id="{2BBE072D-B39F-4DDA-9700-6AFCBC42F297}"/>
              </a:ext>
            </a:extLst>
          </p:cNvPr>
          <p:cNvSpPr>
            <a:spLocks noGrp="1" noChangeArrowheads="1"/>
          </p:cNvSpPr>
          <p:nvPr>
            <p:ph type="body" idx="1"/>
          </p:nvPr>
        </p:nvSpPr>
        <p:spPr bwMode="gray">
          <a:xfrm>
            <a:off x="2696916" y="2716313"/>
            <a:ext cx="5852224" cy="1255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2" name="ACET" hidden="1">
            <a:extLst>
              <a:ext uri="{FF2B5EF4-FFF2-40B4-BE49-F238E27FC236}">
                <a16:creationId xmlns:a16="http://schemas.microsoft.com/office/drawing/2014/main" id="{61FAE8AD-BB5E-4989-832A-BBF00F7BA2FA}"/>
              </a:ext>
            </a:extLst>
          </p:cNvPr>
          <p:cNvGrpSpPr>
            <a:grpSpLocks/>
          </p:cNvGrpSpPr>
          <p:nvPr/>
        </p:nvGrpSpPr>
        <p:grpSpPr bwMode="auto">
          <a:xfrm>
            <a:off x="2696916" y="1995526"/>
            <a:ext cx="5800391" cy="531276"/>
            <a:chOff x="915" y="702"/>
            <a:chExt cx="2686" cy="328"/>
          </a:xfrm>
        </p:grpSpPr>
        <p:cxnSp>
          <p:nvCxnSpPr>
            <p:cNvPr id="16" name="AutoShape 249">
              <a:extLst>
                <a:ext uri="{FF2B5EF4-FFF2-40B4-BE49-F238E27FC236}">
                  <a16:creationId xmlns:a16="http://schemas.microsoft.com/office/drawing/2014/main" id="{8ED9BC8A-4D2E-4E89-A49F-E394105344CD}"/>
                </a:ext>
              </a:extLst>
            </p:cNvPr>
            <p:cNvCxnSpPr>
              <a:cxnSpLocks noChangeShapeType="1"/>
              <a:stCxn id="1084" idx="4"/>
              <a:endCxn id="1084" idx="6"/>
            </p:cNvCxnSpPr>
            <p:nvPr/>
          </p:nvCxnSpPr>
          <p:spPr bwMode="gray">
            <a:xfrm>
              <a:off x="915" y="1030"/>
              <a:ext cx="2686" cy="0"/>
            </a:xfrm>
            <a:prstGeom prst="straightConnector1">
              <a:avLst/>
            </a:prstGeom>
            <a:noFill/>
            <a:ln w="9525">
              <a:solidFill>
                <a:schemeClr val="accent6"/>
              </a:solidFill>
              <a:round/>
              <a:headEnd/>
              <a:tailEnd/>
            </a:ln>
            <a:effectLst/>
          </p:spPr>
        </p:cxnSp>
        <p:sp>
          <p:nvSpPr>
            <p:cNvPr id="1084" name="AutoShape 250">
              <a:extLst>
                <a:ext uri="{FF2B5EF4-FFF2-40B4-BE49-F238E27FC236}">
                  <a16:creationId xmlns:a16="http://schemas.microsoft.com/office/drawing/2014/main" id="{9FBD549D-4CDA-4E05-8BA8-3B54AA935297}"/>
                </a:ext>
              </a:extLst>
            </p:cNvPr>
            <p:cNvSpPr>
              <a:spLocks noChangeArrowheads="1"/>
            </p:cNvSpPr>
            <p:nvPr/>
          </p:nvSpPr>
          <p:spPr bwMode="gray">
            <a:xfrm>
              <a:off x="915" y="702"/>
              <a:ext cx="2686" cy="328"/>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r>
                <a:rPr lang="en-US" altLang="en-US" sz="1632" b="1" dirty="0">
                  <a:solidFill>
                    <a:srgbClr val="000000"/>
                  </a:solidFill>
                </a:rPr>
                <a:t>Title</a:t>
              </a:r>
            </a:p>
            <a:p>
              <a:pPr eaLnBrk="1" hangingPunct="1"/>
              <a:r>
                <a:rPr lang="en-US" altLang="en-US" sz="1632" dirty="0">
                  <a:solidFill>
                    <a:srgbClr val="808080"/>
                  </a:solidFill>
                </a:rPr>
                <a:t>Unit of measure</a:t>
              </a:r>
            </a:p>
          </p:txBody>
        </p:sp>
      </p:grpSp>
      <p:sp>
        <p:nvSpPr>
          <p:cNvPr id="66" name="Slide Number">
            <a:extLst>
              <a:ext uri="{FF2B5EF4-FFF2-40B4-BE49-F238E27FC236}">
                <a16:creationId xmlns:a16="http://schemas.microsoft.com/office/drawing/2014/main" id="{1187C83D-ACC0-4338-BCBA-6188D6C566E7}"/>
              </a:ext>
            </a:extLst>
          </p:cNvPr>
          <p:cNvSpPr txBox="1">
            <a:spLocks/>
          </p:cNvSpPr>
          <p:nvPr/>
        </p:nvSpPr>
        <p:spPr bwMode="ltGray">
          <a:xfrm>
            <a:off x="11756636" y="6639267"/>
            <a:ext cx="130848" cy="128097"/>
          </a:xfrm>
          <a:prstGeom prst="rect">
            <a:avLst/>
          </a:prstGeom>
        </p:spPr>
        <p:txBody>
          <a:bodyPr wrap="none" lIns="0" tIns="0" rIns="0" bIns="0" anchor="ctr">
            <a:spAutoFit/>
          </a:bodyPr>
          <a:lstStyle>
            <a:defPPr>
              <a:defRPr lang="x-none"/>
            </a:defPPr>
            <a:lvl1pPr>
              <a:defRPr lang="x-none" sz="1000" baseline="0">
                <a:latin typeface="+mn-lt"/>
              </a:defRPr>
            </a:lvl1pPr>
          </a:lstStyle>
          <a:p>
            <a:pPr algn="r" eaLnBrk="1" hangingPunct="1">
              <a:defRPr/>
            </a:pPr>
            <a:fld id="{EF94B6AB-4536-4756-A909-E92041948507}" type="slidenum">
              <a:rPr sz="816" smtClean="0">
                <a:solidFill>
                  <a:schemeClr val="bg1"/>
                </a:solidFill>
              </a:rPr>
              <a:pPr algn="r" eaLnBrk="1" hangingPunct="1">
                <a:defRPr/>
              </a:pPr>
              <a:t>‹#›</a:t>
            </a:fld>
            <a:endParaRPr sz="816">
              <a:solidFill>
                <a:schemeClr val="bg1"/>
              </a:solidFill>
            </a:endParaRPr>
          </a:p>
        </p:txBody>
      </p:sp>
      <p:grpSp>
        <p:nvGrpSpPr>
          <p:cNvPr id="1037" name="Slide Elements" hidden="1">
            <a:extLst>
              <a:ext uri="{FF2B5EF4-FFF2-40B4-BE49-F238E27FC236}">
                <a16:creationId xmlns:a16="http://schemas.microsoft.com/office/drawing/2014/main" id="{D88D2E6B-6208-462E-A363-E9C8E5CFA72E}"/>
              </a:ext>
            </a:extLst>
          </p:cNvPr>
          <p:cNvGrpSpPr>
            <a:grpSpLocks/>
          </p:cNvGrpSpPr>
          <p:nvPr/>
        </p:nvGrpSpPr>
        <p:grpSpPr bwMode="auto">
          <a:xfrm>
            <a:off x="161977" y="6376793"/>
            <a:ext cx="11725507" cy="390210"/>
            <a:chOff x="119063" y="6249337"/>
            <a:chExt cx="8618537" cy="382998"/>
          </a:xfrm>
        </p:grpSpPr>
        <p:sp>
          <p:nvSpPr>
            <p:cNvPr id="13" name="4. Footnote">
              <a:extLst>
                <a:ext uri="{FF2B5EF4-FFF2-40B4-BE49-F238E27FC236}">
                  <a16:creationId xmlns:a16="http://schemas.microsoft.com/office/drawing/2014/main" id="{3CA65476-F2BE-428F-98F3-A3E0D6FBBE96}"/>
                </a:ext>
              </a:extLst>
            </p:cNvPr>
            <p:cNvSpPr txBox="1">
              <a:spLocks noChangeArrowheads="1"/>
            </p:cNvSpPr>
            <p:nvPr/>
          </p:nvSpPr>
          <p:spPr bwMode="gray">
            <a:xfrm>
              <a:off x="119063" y="6249337"/>
              <a:ext cx="8618537" cy="125729"/>
            </a:xfrm>
            <a:prstGeom prst="rect">
              <a:avLst/>
            </a:prstGeom>
            <a:noFill/>
            <a:ln>
              <a:noFill/>
            </a:ln>
            <a:effectLst/>
          </p:spPr>
          <p:txBody>
            <a:bodyPr lIns="0" tIns="0" rIns="0" bIns="0" anchor="b">
              <a:spAutoFit/>
            </a:bodyPr>
            <a:lstStyle>
              <a:lvl1pPr marL="104775" indent="-104775" defTabSz="895350">
                <a:defRPr lang="x-none" sz="2400">
                  <a:solidFill>
                    <a:schemeClr val="tx1"/>
                  </a:solidFill>
                  <a:latin typeface="Arial" charset="0"/>
                </a:defRPr>
              </a:lvl1pPr>
              <a:lvl2pPr marL="1031875" defTabSz="895350">
                <a:defRPr lang="x-none" sz="2400">
                  <a:solidFill>
                    <a:schemeClr val="tx1"/>
                  </a:solidFill>
                  <a:latin typeface="Arial" charset="0"/>
                </a:defRPr>
              </a:lvl2pPr>
              <a:lvl3pPr marL="1217613" defTabSz="895350">
                <a:defRPr lang="x-none" sz="2400">
                  <a:solidFill>
                    <a:schemeClr val="tx1"/>
                  </a:solidFill>
                  <a:latin typeface="Arial" charset="0"/>
                </a:defRPr>
              </a:lvl3pPr>
              <a:lvl4pPr marL="1404938" defTabSz="895350">
                <a:defRPr lang="x-none" sz="2400">
                  <a:solidFill>
                    <a:schemeClr val="tx1"/>
                  </a:solidFill>
                  <a:latin typeface="Arial" charset="0"/>
                </a:defRPr>
              </a:lvl4pPr>
              <a:lvl5pPr marL="1792288" defTabSz="895350">
                <a:defRPr lang="x-none" sz="2400">
                  <a:solidFill>
                    <a:schemeClr val="tx1"/>
                  </a:solidFill>
                  <a:latin typeface="Arial" charset="0"/>
                </a:defRPr>
              </a:lvl5pPr>
              <a:lvl6pPr marL="2249488" defTabSz="895350" fontAlgn="base">
                <a:spcBef>
                  <a:spcPct val="0"/>
                </a:spcBef>
                <a:spcAft>
                  <a:spcPct val="0"/>
                </a:spcAft>
                <a:defRPr lang="x-none" sz="2400">
                  <a:solidFill>
                    <a:schemeClr val="tx1"/>
                  </a:solidFill>
                  <a:latin typeface="Arial" charset="0"/>
                </a:defRPr>
              </a:lvl6pPr>
              <a:lvl7pPr marL="2706688" defTabSz="895350" fontAlgn="base">
                <a:spcBef>
                  <a:spcPct val="0"/>
                </a:spcBef>
                <a:spcAft>
                  <a:spcPct val="0"/>
                </a:spcAft>
                <a:defRPr lang="x-none" sz="2400">
                  <a:solidFill>
                    <a:schemeClr val="tx1"/>
                  </a:solidFill>
                  <a:latin typeface="Arial" charset="0"/>
                </a:defRPr>
              </a:lvl7pPr>
              <a:lvl8pPr marL="3163888" defTabSz="895350" fontAlgn="base">
                <a:spcBef>
                  <a:spcPct val="0"/>
                </a:spcBef>
                <a:spcAft>
                  <a:spcPct val="0"/>
                </a:spcAft>
                <a:defRPr lang="x-none" sz="2400">
                  <a:solidFill>
                    <a:schemeClr val="tx1"/>
                  </a:solidFill>
                  <a:latin typeface="Arial" charset="0"/>
                </a:defRPr>
              </a:lvl8pPr>
              <a:lvl9pPr marL="3621088" defTabSz="895350" fontAlgn="base">
                <a:spcBef>
                  <a:spcPct val="0"/>
                </a:spcBef>
                <a:spcAft>
                  <a:spcPct val="0"/>
                </a:spcAft>
                <a:defRPr lang="x-none" sz="2400">
                  <a:solidFill>
                    <a:schemeClr val="tx1"/>
                  </a:solidFill>
                  <a:latin typeface="Arial" charset="0"/>
                </a:defRPr>
              </a:lvl9pPr>
            </a:lstStyle>
            <a:p>
              <a:pPr marL="85846" indent="-85846" eaLnBrk="1" hangingPunct="1">
                <a:defRPr lang="x-none"/>
              </a:pPr>
              <a:r>
                <a:rPr sz="816">
                  <a:solidFill>
                    <a:srgbClr val="808080"/>
                  </a:solidFill>
                  <a:latin typeface="+mn-lt"/>
                </a:rPr>
                <a:t>1 Footnote</a:t>
              </a:r>
            </a:p>
          </p:txBody>
        </p:sp>
        <p:sp>
          <p:nvSpPr>
            <p:cNvPr id="1082" name="5. Source">
              <a:extLst>
                <a:ext uri="{FF2B5EF4-FFF2-40B4-BE49-F238E27FC236}">
                  <a16:creationId xmlns:a16="http://schemas.microsoft.com/office/drawing/2014/main" id="{B713F52A-DA66-4DA0-BFC3-D6364B7495F9}"/>
                </a:ext>
              </a:extLst>
            </p:cNvPr>
            <p:cNvSpPr>
              <a:spLocks noChangeArrowheads="1"/>
            </p:cNvSpPr>
            <p:nvPr/>
          </p:nvSpPr>
          <p:spPr bwMode="gray">
            <a:xfrm>
              <a:off x="119063" y="6506606"/>
              <a:ext cx="7690797" cy="125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514350" indent="-514350" defTabSz="895350">
                <a:tabLst>
                  <a:tab pos="612775" algn="l"/>
                </a:tabLst>
                <a:defRPr sz="1600">
                  <a:solidFill>
                    <a:schemeClr val="tx1"/>
                  </a:solidFill>
                  <a:latin typeface="Arial" panose="020B0604020202020204" pitchFamily="34" charset="0"/>
                </a:defRPr>
              </a:lvl1pPr>
              <a:lvl2pPr marL="742950" indent="-285750" defTabSz="895350">
                <a:tabLst>
                  <a:tab pos="612775" algn="l"/>
                </a:tabLst>
                <a:defRPr sz="1600">
                  <a:solidFill>
                    <a:schemeClr val="tx1"/>
                  </a:solidFill>
                  <a:latin typeface="Arial" panose="020B0604020202020204" pitchFamily="34" charset="0"/>
                </a:defRPr>
              </a:lvl2pPr>
              <a:lvl3pPr marL="1143000" indent="-228600" defTabSz="895350">
                <a:tabLst>
                  <a:tab pos="612775" algn="l"/>
                </a:tabLst>
                <a:defRPr sz="1600">
                  <a:solidFill>
                    <a:schemeClr val="tx1"/>
                  </a:solidFill>
                  <a:latin typeface="Arial" panose="020B0604020202020204" pitchFamily="34" charset="0"/>
                </a:defRPr>
              </a:lvl3pPr>
              <a:lvl4pPr marL="1600200" indent="-228600" defTabSz="895350">
                <a:tabLst>
                  <a:tab pos="612775" algn="l"/>
                </a:tabLst>
                <a:defRPr sz="1600">
                  <a:solidFill>
                    <a:schemeClr val="tx1"/>
                  </a:solidFill>
                  <a:latin typeface="Arial" panose="020B0604020202020204" pitchFamily="34" charset="0"/>
                </a:defRPr>
              </a:lvl4pPr>
              <a:lvl5pPr marL="2057400" indent="-228600" defTabSz="895350">
                <a:tabLst>
                  <a:tab pos="612775" algn="l"/>
                </a:tabLst>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tabLst>
                  <a:tab pos="612775" algn="l"/>
                </a:tabLs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tabLst>
                  <a:tab pos="612775" algn="l"/>
                </a:tabLs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tabLst>
                  <a:tab pos="612775" algn="l"/>
                </a:tabLs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tabLst>
                  <a:tab pos="612775" algn="l"/>
                </a:tabLst>
                <a:defRPr sz="1600">
                  <a:solidFill>
                    <a:schemeClr val="tx1"/>
                  </a:solidFill>
                  <a:latin typeface="Arial" panose="020B0604020202020204" pitchFamily="34" charset="0"/>
                </a:defRPr>
              </a:lvl9pPr>
            </a:lstStyle>
            <a:p>
              <a:pPr eaLnBrk="1" hangingPunct="1"/>
              <a:r>
                <a:rPr lang="en-US" altLang="en-US" sz="816" dirty="0">
                  <a:solidFill>
                    <a:schemeClr val="bg1"/>
                  </a:solidFill>
                </a:rPr>
                <a:t>SOURCE: Source</a:t>
              </a:r>
            </a:p>
          </p:txBody>
        </p:sp>
      </p:grpSp>
      <p:grpSp>
        <p:nvGrpSpPr>
          <p:cNvPr id="1038" name="LegendBoxes" hidden="1">
            <a:extLst>
              <a:ext uri="{FF2B5EF4-FFF2-40B4-BE49-F238E27FC236}">
                <a16:creationId xmlns:a16="http://schemas.microsoft.com/office/drawing/2014/main" id="{A39012C9-BA68-4B75-BB23-9EDD6EC49804}"/>
              </a:ext>
            </a:extLst>
          </p:cNvPr>
          <p:cNvGrpSpPr>
            <a:grpSpLocks/>
          </p:cNvGrpSpPr>
          <p:nvPr/>
        </p:nvGrpSpPr>
        <p:grpSpPr bwMode="auto">
          <a:xfrm>
            <a:off x="11108375" y="275357"/>
            <a:ext cx="788828" cy="1022060"/>
            <a:chOff x="4936" y="176"/>
            <a:chExt cx="487" cy="631"/>
          </a:xfrm>
        </p:grpSpPr>
        <p:sp>
          <p:nvSpPr>
            <p:cNvPr id="1073" name="Legend1">
              <a:extLst>
                <a:ext uri="{FF2B5EF4-FFF2-40B4-BE49-F238E27FC236}">
                  <a16:creationId xmlns:a16="http://schemas.microsoft.com/office/drawing/2014/main" id="{A948A4BB-0516-4838-941F-536D8360550D}"/>
                </a:ext>
              </a:extLst>
            </p:cNvPr>
            <p:cNvSpPr>
              <a:spLocks noChangeArrowheads="1"/>
            </p:cNvSpPr>
            <p:nvPr/>
          </p:nvSpPr>
          <p:spPr bwMode="auto">
            <a:xfrm>
              <a:off x="5096" y="176"/>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74" name="LegendRectangle1">
              <a:extLst>
                <a:ext uri="{FF2B5EF4-FFF2-40B4-BE49-F238E27FC236}">
                  <a16:creationId xmlns:a16="http://schemas.microsoft.com/office/drawing/2014/main" id="{8EEA361E-265B-414C-BFD9-6AB12AF79A3C}"/>
                </a:ext>
              </a:extLst>
            </p:cNvPr>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en-US" altLang="en-US" sz="1224" dirty="0"/>
            </a:p>
          </p:txBody>
        </p:sp>
        <p:sp>
          <p:nvSpPr>
            <p:cNvPr id="1075" name="Legend2">
              <a:extLst>
                <a:ext uri="{FF2B5EF4-FFF2-40B4-BE49-F238E27FC236}">
                  <a16:creationId xmlns:a16="http://schemas.microsoft.com/office/drawing/2014/main" id="{0BF2AB25-A5D7-4042-82D7-86C9C9127B18}"/>
                </a:ext>
              </a:extLst>
            </p:cNvPr>
            <p:cNvSpPr>
              <a:spLocks noChangeArrowheads="1"/>
            </p:cNvSpPr>
            <p:nvPr/>
          </p:nvSpPr>
          <p:spPr bwMode="auto">
            <a:xfrm>
              <a:off x="5096" y="346"/>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76" name="LegendRectangle2">
              <a:extLst>
                <a:ext uri="{FF2B5EF4-FFF2-40B4-BE49-F238E27FC236}">
                  <a16:creationId xmlns:a16="http://schemas.microsoft.com/office/drawing/2014/main" id="{8F1AF581-37EA-4B54-A7B4-DBB93C1E6748}"/>
                </a:ext>
              </a:extLst>
            </p:cNvPr>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en-US" altLang="en-US" sz="1224" dirty="0"/>
            </a:p>
          </p:txBody>
        </p:sp>
        <p:sp>
          <p:nvSpPr>
            <p:cNvPr id="1077" name="Legend3">
              <a:extLst>
                <a:ext uri="{FF2B5EF4-FFF2-40B4-BE49-F238E27FC236}">
                  <a16:creationId xmlns:a16="http://schemas.microsoft.com/office/drawing/2014/main" id="{E7D17EA0-463A-4558-ADF1-C0D0D9F4B4D7}"/>
                </a:ext>
              </a:extLst>
            </p:cNvPr>
            <p:cNvSpPr>
              <a:spLocks noChangeArrowheads="1"/>
            </p:cNvSpPr>
            <p:nvPr/>
          </p:nvSpPr>
          <p:spPr bwMode="auto">
            <a:xfrm>
              <a:off x="5096" y="517"/>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78" name="LegendRectangle3">
              <a:extLst>
                <a:ext uri="{FF2B5EF4-FFF2-40B4-BE49-F238E27FC236}">
                  <a16:creationId xmlns:a16="http://schemas.microsoft.com/office/drawing/2014/main" id="{5900952F-562B-4EE3-9DB5-59995BD7ED15}"/>
                </a:ext>
              </a:extLst>
            </p:cNvPr>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en-US" altLang="en-US" sz="1224" dirty="0"/>
            </a:p>
          </p:txBody>
        </p:sp>
        <p:sp>
          <p:nvSpPr>
            <p:cNvPr id="1079" name="Legend4">
              <a:extLst>
                <a:ext uri="{FF2B5EF4-FFF2-40B4-BE49-F238E27FC236}">
                  <a16:creationId xmlns:a16="http://schemas.microsoft.com/office/drawing/2014/main" id="{0248D2EF-996C-432C-A811-3CE80F330410}"/>
                </a:ext>
              </a:extLst>
            </p:cNvPr>
            <p:cNvSpPr>
              <a:spLocks noChangeArrowheads="1"/>
            </p:cNvSpPr>
            <p:nvPr/>
          </p:nvSpPr>
          <p:spPr bwMode="auto">
            <a:xfrm>
              <a:off x="5096" y="688"/>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80" name="LegendRectangle4">
              <a:extLst>
                <a:ext uri="{FF2B5EF4-FFF2-40B4-BE49-F238E27FC236}">
                  <a16:creationId xmlns:a16="http://schemas.microsoft.com/office/drawing/2014/main" id="{C171C472-DB04-4AAE-881B-50DDD25DB4AE}"/>
                </a:ext>
              </a:extLst>
            </p:cNvPr>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endParaRPr lang="en-US" altLang="en-US" sz="1224" dirty="0"/>
            </a:p>
          </p:txBody>
        </p:sp>
      </p:grpSp>
      <p:grpSp>
        <p:nvGrpSpPr>
          <p:cNvPr id="1039" name="LegendLines" hidden="1">
            <a:extLst>
              <a:ext uri="{FF2B5EF4-FFF2-40B4-BE49-F238E27FC236}">
                <a16:creationId xmlns:a16="http://schemas.microsoft.com/office/drawing/2014/main" id="{85C8E763-32C7-4BA0-A9C3-73BCA402E7D1}"/>
              </a:ext>
            </a:extLst>
          </p:cNvPr>
          <p:cNvGrpSpPr>
            <a:grpSpLocks/>
          </p:cNvGrpSpPr>
          <p:nvPr/>
        </p:nvGrpSpPr>
        <p:grpSpPr bwMode="auto">
          <a:xfrm>
            <a:off x="10794139" y="275357"/>
            <a:ext cx="1103063" cy="749942"/>
            <a:chOff x="4750" y="176"/>
            <a:chExt cx="681" cy="463"/>
          </a:xfrm>
        </p:grpSpPr>
        <p:sp>
          <p:nvSpPr>
            <p:cNvPr id="77" name="LineLegend1">
              <a:extLst>
                <a:ext uri="{FF2B5EF4-FFF2-40B4-BE49-F238E27FC236}">
                  <a16:creationId xmlns:a16="http://schemas.microsoft.com/office/drawing/2014/main" id="{53E1249D-5426-459B-8513-F20BB00FBEDB}"/>
                </a:ext>
              </a:extLst>
            </p:cNvPr>
            <p:cNvSpPr>
              <a:spLocks noChangeShapeType="1"/>
            </p:cNvSpPr>
            <p:nvPr/>
          </p:nvSpPr>
          <p:spPr bwMode="auto">
            <a:xfrm>
              <a:off x="4750" y="233"/>
              <a:ext cx="288" cy="0"/>
            </a:xfrm>
            <a:prstGeom prst="line">
              <a:avLst/>
            </a:prstGeom>
            <a:noFill/>
            <a:ln w="28575">
              <a:solidFill>
                <a:schemeClr val="accent3"/>
              </a:solidFill>
              <a:round/>
              <a:headEnd/>
              <a:tailEnd/>
            </a:ln>
            <a:effectLst/>
          </p:spPr>
          <p:txBody>
            <a:bodyPr/>
            <a:lstStyle/>
            <a:p>
              <a:pPr eaLnBrk="1" hangingPunct="1">
                <a:defRPr/>
              </a:pPr>
              <a:endParaRPr lang="en-US" sz="1224" dirty="0">
                <a:latin typeface="+mn-lt"/>
              </a:endParaRPr>
            </a:p>
          </p:txBody>
        </p:sp>
        <p:sp>
          <p:nvSpPr>
            <p:cNvPr id="78" name="LineLegend2">
              <a:extLst>
                <a:ext uri="{FF2B5EF4-FFF2-40B4-BE49-F238E27FC236}">
                  <a16:creationId xmlns:a16="http://schemas.microsoft.com/office/drawing/2014/main" id="{8351C01B-9042-4F5E-A030-C73DC47DA9D3}"/>
                </a:ext>
              </a:extLst>
            </p:cNvPr>
            <p:cNvSpPr>
              <a:spLocks noChangeShapeType="1"/>
            </p:cNvSpPr>
            <p:nvPr/>
          </p:nvSpPr>
          <p:spPr bwMode="auto">
            <a:xfrm>
              <a:off x="4750" y="402"/>
              <a:ext cx="288" cy="0"/>
            </a:xfrm>
            <a:prstGeom prst="line">
              <a:avLst/>
            </a:prstGeom>
            <a:noFill/>
            <a:ln w="28575">
              <a:solidFill>
                <a:schemeClr val="accent3"/>
              </a:solidFill>
              <a:prstDash val="dash"/>
              <a:round/>
              <a:headEnd/>
              <a:tailEnd/>
            </a:ln>
            <a:effectLst/>
          </p:spPr>
          <p:txBody>
            <a:bodyPr/>
            <a:lstStyle/>
            <a:p>
              <a:pPr eaLnBrk="1" hangingPunct="1">
                <a:defRPr/>
              </a:pPr>
              <a:endParaRPr lang="en-US" sz="1224" dirty="0">
                <a:latin typeface="+mn-lt"/>
              </a:endParaRPr>
            </a:p>
          </p:txBody>
        </p:sp>
        <p:sp>
          <p:nvSpPr>
            <p:cNvPr id="79" name="LineLegend3">
              <a:extLst>
                <a:ext uri="{FF2B5EF4-FFF2-40B4-BE49-F238E27FC236}">
                  <a16:creationId xmlns:a16="http://schemas.microsoft.com/office/drawing/2014/main" id="{A28EE84D-6A66-4970-92EF-5838DB9D7FEC}"/>
                </a:ext>
              </a:extLst>
            </p:cNvPr>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p:spPr>
          <p:txBody>
            <a:bodyPr/>
            <a:lstStyle/>
            <a:p>
              <a:pPr eaLnBrk="1" hangingPunct="1">
                <a:defRPr/>
              </a:pPr>
              <a:endParaRPr lang="en-US" sz="1224" dirty="0">
                <a:latin typeface="+mn-lt"/>
              </a:endParaRPr>
            </a:p>
          </p:txBody>
        </p:sp>
        <p:sp>
          <p:nvSpPr>
            <p:cNvPr id="1070" name="Legend1">
              <a:extLst>
                <a:ext uri="{FF2B5EF4-FFF2-40B4-BE49-F238E27FC236}">
                  <a16:creationId xmlns:a16="http://schemas.microsoft.com/office/drawing/2014/main" id="{31BB8EBE-A231-4FC6-85A4-B4DD1BFFC37D}"/>
                </a:ext>
              </a:extLst>
            </p:cNvPr>
            <p:cNvSpPr>
              <a:spLocks noChangeArrowheads="1"/>
            </p:cNvSpPr>
            <p:nvPr/>
          </p:nvSpPr>
          <p:spPr bwMode="auto">
            <a:xfrm>
              <a:off x="5104" y="176"/>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71" name="Legend2">
              <a:extLst>
                <a:ext uri="{FF2B5EF4-FFF2-40B4-BE49-F238E27FC236}">
                  <a16:creationId xmlns:a16="http://schemas.microsoft.com/office/drawing/2014/main" id="{09A48560-B6C3-4177-A280-8BF2D01AD4ED}"/>
                </a:ext>
              </a:extLst>
            </p:cNvPr>
            <p:cNvSpPr>
              <a:spLocks noChangeArrowheads="1"/>
            </p:cNvSpPr>
            <p:nvPr/>
          </p:nvSpPr>
          <p:spPr bwMode="auto">
            <a:xfrm>
              <a:off x="5104" y="344"/>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72" name="Legend3">
              <a:extLst>
                <a:ext uri="{FF2B5EF4-FFF2-40B4-BE49-F238E27FC236}">
                  <a16:creationId xmlns:a16="http://schemas.microsoft.com/office/drawing/2014/main" id="{ACB142E1-5942-40F4-A79C-886165AD34A0}"/>
                </a:ext>
              </a:extLst>
            </p:cNvPr>
            <p:cNvSpPr>
              <a:spLocks noChangeArrowheads="1"/>
            </p:cNvSpPr>
            <p:nvPr/>
          </p:nvSpPr>
          <p:spPr bwMode="auto">
            <a:xfrm>
              <a:off x="5104" y="520"/>
              <a:ext cx="327" cy="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grpSp>
      <p:grpSp>
        <p:nvGrpSpPr>
          <p:cNvPr id="1040" name="McKSticker" hidden="1">
            <a:extLst>
              <a:ext uri="{FF2B5EF4-FFF2-40B4-BE49-F238E27FC236}">
                <a16:creationId xmlns:a16="http://schemas.microsoft.com/office/drawing/2014/main" id="{5A83C841-BB50-42FA-8465-884A11F34C1A}"/>
              </a:ext>
            </a:extLst>
          </p:cNvPr>
          <p:cNvGrpSpPr>
            <a:grpSpLocks/>
          </p:cNvGrpSpPr>
          <p:nvPr/>
        </p:nvGrpSpPr>
        <p:grpSpPr bwMode="auto">
          <a:xfrm>
            <a:off x="11134653" y="275357"/>
            <a:ext cx="752829" cy="156360"/>
            <a:chOff x="8003434" y="285750"/>
            <a:chExt cx="737341" cy="153245"/>
          </a:xfrm>
        </p:grpSpPr>
        <p:sp>
          <p:nvSpPr>
            <p:cNvPr id="1064" name="StickerRectangle">
              <a:extLst>
                <a:ext uri="{FF2B5EF4-FFF2-40B4-BE49-F238E27FC236}">
                  <a16:creationId xmlns:a16="http://schemas.microsoft.com/office/drawing/2014/main" id="{6BE976E9-2C95-464A-8084-39E6FC5594EF}"/>
                </a:ext>
              </a:extLst>
            </p:cNvPr>
            <p:cNvSpPr>
              <a:spLocks noChangeArrowheads="1"/>
            </p:cNvSpPr>
            <p:nvPr/>
          </p:nvSpPr>
          <p:spPr bwMode="auto">
            <a:xfrm>
              <a:off x="8003434" y="285750"/>
              <a:ext cx="737341" cy="153245"/>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algn="r" eaLnBrk="1" hangingPunct="1">
                <a:buClr>
                  <a:schemeClr val="tx2"/>
                </a:buClr>
              </a:pPr>
              <a:r>
                <a:rPr lang="en-US" altLang="en-US" sz="816" dirty="0">
                  <a:solidFill>
                    <a:srgbClr val="808080"/>
                  </a:solidFill>
                </a:rPr>
                <a:t>PRELIMINARY</a:t>
              </a:r>
            </a:p>
          </p:txBody>
        </p:sp>
        <p:cxnSp>
          <p:nvCxnSpPr>
            <p:cNvPr id="1065" name="AutoShape 31">
              <a:extLst>
                <a:ext uri="{FF2B5EF4-FFF2-40B4-BE49-F238E27FC236}">
                  <a16:creationId xmlns:a16="http://schemas.microsoft.com/office/drawing/2014/main" id="{B01E729F-2664-479D-868A-4F816AEBFC35}"/>
                </a:ext>
              </a:extLst>
            </p:cNvPr>
            <p:cNvCxnSpPr>
              <a:cxnSpLocks noChangeShapeType="1"/>
              <a:stCxn id="1064" idx="2"/>
              <a:endCxn id="1064" idx="4"/>
            </p:cNvCxnSpPr>
            <p:nvPr/>
          </p:nvCxnSpPr>
          <p:spPr bwMode="auto">
            <a:xfrm>
              <a:off x="8003434" y="285750"/>
              <a:ext cx="0" cy="153245"/>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1066" name="AutoShape 32">
              <a:extLst>
                <a:ext uri="{FF2B5EF4-FFF2-40B4-BE49-F238E27FC236}">
                  <a16:creationId xmlns:a16="http://schemas.microsoft.com/office/drawing/2014/main" id="{A95B6727-7725-4CB7-809B-DB4EA3534C1B}"/>
                </a:ext>
              </a:extLst>
            </p:cNvPr>
            <p:cNvCxnSpPr>
              <a:cxnSpLocks noChangeShapeType="1"/>
              <a:stCxn id="1064" idx="4"/>
              <a:endCxn id="1064" idx="6"/>
            </p:cNvCxnSpPr>
            <p:nvPr/>
          </p:nvCxnSpPr>
          <p:spPr bwMode="auto">
            <a:xfrm>
              <a:off x="8003434" y="438995"/>
              <a:ext cx="737341"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grpSp>
        <p:nvGrpSpPr>
          <p:cNvPr id="1041" name="LegendMoons" hidden="1">
            <a:extLst>
              <a:ext uri="{FF2B5EF4-FFF2-40B4-BE49-F238E27FC236}">
                <a16:creationId xmlns:a16="http://schemas.microsoft.com/office/drawing/2014/main" id="{F277F140-59A7-40E9-BD04-590283796528}"/>
              </a:ext>
            </a:extLst>
          </p:cNvPr>
          <p:cNvGrpSpPr>
            <a:grpSpLocks/>
          </p:cNvGrpSpPr>
          <p:nvPr/>
        </p:nvGrpSpPr>
        <p:grpSpPr bwMode="auto">
          <a:xfrm>
            <a:off x="11040344" y="275357"/>
            <a:ext cx="857057" cy="1333051"/>
            <a:chOff x="6655594" y="273840"/>
            <a:chExt cx="840152" cy="1306516"/>
          </a:xfrm>
        </p:grpSpPr>
        <p:grpSp>
          <p:nvGrpSpPr>
            <p:cNvPr id="1044" name="MoonLegend1">
              <a:extLst>
                <a:ext uri="{FF2B5EF4-FFF2-40B4-BE49-F238E27FC236}">
                  <a16:creationId xmlns:a16="http://schemas.microsoft.com/office/drawing/2014/main" id="{E6CCBFF3-C08B-4D57-B73C-1839FE02D119}"/>
                </a:ext>
              </a:extLst>
            </p:cNvPr>
            <p:cNvGrpSpPr>
              <a:grpSpLocks noChangeAspect="1"/>
            </p:cNvGrpSpPr>
            <p:nvPr>
              <p:custDataLst>
                <p:tags r:id="rId14"/>
              </p:custDataLst>
            </p:nvPr>
          </p:nvGrpSpPr>
          <p:grpSpPr bwMode="auto">
            <a:xfrm>
              <a:off x="6655594" y="273840"/>
              <a:ext cx="209550" cy="209551"/>
              <a:chOff x="4533" y="183"/>
              <a:chExt cx="144" cy="144"/>
            </a:xfrm>
          </p:grpSpPr>
          <p:sp>
            <p:nvSpPr>
              <p:cNvPr id="106" name="Oval 38">
                <a:extLst>
                  <a:ext uri="{FF2B5EF4-FFF2-40B4-BE49-F238E27FC236}">
                    <a16:creationId xmlns:a16="http://schemas.microsoft.com/office/drawing/2014/main" id="{585020E3-F9B7-449A-8076-9B4FD5D4484B}"/>
                  </a:ext>
                </a:extLst>
              </p:cNvPr>
              <p:cNvSpPr>
                <a:spLocks noChangeAspect="1" noChangeArrowheads="1"/>
              </p:cNvSpPr>
              <p:nvPr>
                <p:custDataLst>
                  <p:tags r:id="rId27"/>
                </p:custDataLst>
              </p:nvPr>
            </p:nvSpPr>
            <p:spPr bwMode="auto">
              <a:xfrm>
                <a:off x="4533" y="183"/>
                <a:ext cx="144" cy="144"/>
              </a:xfrm>
              <a:prstGeom prst="ellipse">
                <a:avLst/>
              </a:prstGeom>
              <a:solidFill>
                <a:schemeClr val="accent1"/>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sp>
            <p:nvSpPr>
              <p:cNvPr id="107" name="Arc 39">
                <a:extLst>
                  <a:ext uri="{FF2B5EF4-FFF2-40B4-BE49-F238E27FC236}">
                    <a16:creationId xmlns:a16="http://schemas.microsoft.com/office/drawing/2014/main" id="{5FDAF459-C946-4AC9-BEC1-452D1E4A5560}"/>
                  </a:ext>
                </a:extLst>
              </p:cNvPr>
              <p:cNvSpPr>
                <a:spLocks noChangeAspect="1"/>
              </p:cNvSpPr>
              <p:nvPr>
                <p:custDataLst>
                  <p:tags r:id="rId28"/>
                </p:custDataLst>
              </p:nvPr>
            </p:nvSpPr>
            <p:spPr bwMode="auto">
              <a:xfrm>
                <a:off x="4533" y="183"/>
                <a:ext cx="144" cy="144"/>
              </a:xfrm>
              <a:prstGeom prst="arc">
                <a:avLst>
                  <a:gd name="adj1" fmla="val 16200000"/>
                  <a:gd name="adj2" fmla="val 5400000"/>
                </a:avLst>
              </a:prstGeom>
              <a:solidFill>
                <a:schemeClr val="folHlink"/>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grpSp>
        <p:grpSp>
          <p:nvGrpSpPr>
            <p:cNvPr id="1045" name="MoonLegend2">
              <a:extLst>
                <a:ext uri="{FF2B5EF4-FFF2-40B4-BE49-F238E27FC236}">
                  <a16:creationId xmlns:a16="http://schemas.microsoft.com/office/drawing/2014/main" id="{FA0360D6-2696-4290-B634-74366B1CDB08}"/>
                </a:ext>
              </a:extLst>
            </p:cNvPr>
            <p:cNvGrpSpPr>
              <a:grpSpLocks noChangeAspect="1"/>
            </p:cNvGrpSpPr>
            <p:nvPr>
              <p:custDataLst>
                <p:tags r:id="rId15"/>
              </p:custDataLst>
            </p:nvPr>
          </p:nvGrpSpPr>
          <p:grpSpPr bwMode="auto">
            <a:xfrm>
              <a:off x="6655594" y="548081"/>
              <a:ext cx="209550" cy="209551"/>
              <a:chOff x="1694" y="2044"/>
              <a:chExt cx="160" cy="160"/>
            </a:xfrm>
          </p:grpSpPr>
          <p:sp>
            <p:nvSpPr>
              <p:cNvPr id="104" name="Oval 41">
                <a:extLst>
                  <a:ext uri="{FF2B5EF4-FFF2-40B4-BE49-F238E27FC236}">
                    <a16:creationId xmlns:a16="http://schemas.microsoft.com/office/drawing/2014/main" id="{8A2A3305-2385-4057-B894-6DADA1409C7E}"/>
                  </a:ext>
                </a:extLst>
              </p:cNvPr>
              <p:cNvSpPr>
                <a:spLocks noChangeAspect="1" noChangeArrowheads="1"/>
              </p:cNvSpPr>
              <p:nvPr>
                <p:custDataLst>
                  <p:tags r:id="rId25"/>
                </p:custDataLst>
              </p:nvPr>
            </p:nvSpPr>
            <p:spPr bwMode="auto">
              <a:xfrm>
                <a:off x="1694" y="2044"/>
                <a:ext cx="160" cy="160"/>
              </a:xfrm>
              <a:prstGeom prst="ellipse">
                <a:avLst/>
              </a:prstGeom>
              <a:solidFill>
                <a:schemeClr val="accent1"/>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sp>
            <p:nvSpPr>
              <p:cNvPr id="105" name="Arc 42">
                <a:extLst>
                  <a:ext uri="{FF2B5EF4-FFF2-40B4-BE49-F238E27FC236}">
                    <a16:creationId xmlns:a16="http://schemas.microsoft.com/office/drawing/2014/main" id="{C5172C4B-9B61-4088-8C29-57D4D3BC1DAC}"/>
                  </a:ext>
                </a:extLst>
              </p:cNvPr>
              <p:cNvSpPr>
                <a:spLocks noChangeAspect="1"/>
              </p:cNvSpPr>
              <p:nvPr>
                <p:custDataLst>
                  <p:tags r:id="rId26"/>
                </p:custDataLst>
              </p:nvPr>
            </p:nvSpPr>
            <p:spPr bwMode="auto">
              <a:xfrm>
                <a:off x="1694" y="2044"/>
                <a:ext cx="160" cy="160"/>
              </a:xfrm>
              <a:prstGeom prst="arc">
                <a:avLst/>
              </a:prstGeom>
              <a:solidFill>
                <a:schemeClr val="folHlink"/>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grpSp>
        <p:grpSp>
          <p:nvGrpSpPr>
            <p:cNvPr id="1046" name="MoonLegend4">
              <a:extLst>
                <a:ext uri="{FF2B5EF4-FFF2-40B4-BE49-F238E27FC236}">
                  <a16:creationId xmlns:a16="http://schemas.microsoft.com/office/drawing/2014/main" id="{5B3DAF11-48C4-41C1-8753-CED505E6AF31}"/>
                </a:ext>
              </a:extLst>
            </p:cNvPr>
            <p:cNvGrpSpPr>
              <a:grpSpLocks noChangeAspect="1"/>
            </p:cNvGrpSpPr>
            <p:nvPr>
              <p:custDataLst>
                <p:tags r:id="rId16"/>
              </p:custDataLst>
            </p:nvPr>
          </p:nvGrpSpPr>
          <p:grpSpPr bwMode="auto">
            <a:xfrm>
              <a:off x="6655594" y="1096563"/>
              <a:ext cx="209550" cy="209551"/>
              <a:chOff x="4495" y="1198"/>
              <a:chExt cx="160" cy="160"/>
            </a:xfrm>
          </p:grpSpPr>
          <p:sp>
            <p:nvSpPr>
              <p:cNvPr id="102" name="Oval 47">
                <a:extLst>
                  <a:ext uri="{FF2B5EF4-FFF2-40B4-BE49-F238E27FC236}">
                    <a16:creationId xmlns:a16="http://schemas.microsoft.com/office/drawing/2014/main" id="{BF24D8BD-56B0-4EB4-B28C-5E5E9796AC9A}"/>
                  </a:ext>
                </a:extLst>
              </p:cNvPr>
              <p:cNvSpPr>
                <a:spLocks noChangeAspect="1" noChangeArrowheads="1"/>
              </p:cNvSpPr>
              <p:nvPr>
                <p:custDataLst>
                  <p:tags r:id="rId23"/>
                </p:custDataLst>
              </p:nvPr>
            </p:nvSpPr>
            <p:spPr bwMode="auto">
              <a:xfrm>
                <a:off x="4495" y="1198"/>
                <a:ext cx="160" cy="160"/>
              </a:xfrm>
              <a:prstGeom prst="ellipse">
                <a:avLst/>
              </a:prstGeom>
              <a:solidFill>
                <a:schemeClr val="accent1"/>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sp>
            <p:nvSpPr>
              <p:cNvPr id="103" name="Arc 48">
                <a:extLst>
                  <a:ext uri="{FF2B5EF4-FFF2-40B4-BE49-F238E27FC236}">
                    <a16:creationId xmlns:a16="http://schemas.microsoft.com/office/drawing/2014/main" id="{7BB933CA-0FC2-4FC5-9097-66BB8E223FDD}"/>
                  </a:ext>
                </a:extLst>
              </p:cNvPr>
              <p:cNvSpPr>
                <a:spLocks noChangeAspect="1"/>
              </p:cNvSpPr>
              <p:nvPr>
                <p:custDataLst>
                  <p:tags r:id="rId24"/>
                </p:custDataLst>
              </p:nvPr>
            </p:nvSpPr>
            <p:spPr bwMode="auto">
              <a:xfrm>
                <a:off x="4495" y="1198"/>
                <a:ext cx="160" cy="160"/>
              </a:xfrm>
              <a:prstGeom prst="arc">
                <a:avLst>
                  <a:gd name="adj1" fmla="val 16200000"/>
                  <a:gd name="adj2" fmla="val 10800000"/>
                </a:avLst>
              </a:prstGeom>
              <a:solidFill>
                <a:schemeClr val="folHlink"/>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grpSp>
        <p:grpSp>
          <p:nvGrpSpPr>
            <p:cNvPr id="1047" name="MoonLegend5">
              <a:extLst>
                <a:ext uri="{FF2B5EF4-FFF2-40B4-BE49-F238E27FC236}">
                  <a16:creationId xmlns:a16="http://schemas.microsoft.com/office/drawing/2014/main" id="{BB8E65B9-D3F0-40B3-8043-4463AC79C68D}"/>
                </a:ext>
              </a:extLst>
            </p:cNvPr>
            <p:cNvGrpSpPr>
              <a:grpSpLocks noChangeAspect="1"/>
            </p:cNvGrpSpPr>
            <p:nvPr>
              <p:custDataLst>
                <p:tags r:id="rId17"/>
              </p:custDataLst>
            </p:nvPr>
          </p:nvGrpSpPr>
          <p:grpSpPr bwMode="auto">
            <a:xfrm>
              <a:off x="6655594" y="1370805"/>
              <a:ext cx="209550" cy="209551"/>
              <a:chOff x="4495" y="1440"/>
              <a:chExt cx="160" cy="160"/>
            </a:xfrm>
          </p:grpSpPr>
          <p:sp>
            <p:nvSpPr>
              <p:cNvPr id="100" name="Oval 50">
                <a:extLst>
                  <a:ext uri="{FF2B5EF4-FFF2-40B4-BE49-F238E27FC236}">
                    <a16:creationId xmlns:a16="http://schemas.microsoft.com/office/drawing/2014/main" id="{7E1A63C3-27A3-4F2B-BCAE-0A6A998D31B6}"/>
                  </a:ext>
                </a:extLst>
              </p:cNvPr>
              <p:cNvSpPr>
                <a:spLocks noChangeAspect="1" noChangeArrowheads="1"/>
              </p:cNvSpPr>
              <p:nvPr>
                <p:custDataLst>
                  <p:tags r:id="rId21"/>
                </p:custDataLst>
              </p:nvPr>
            </p:nvSpPr>
            <p:spPr bwMode="auto">
              <a:xfrm>
                <a:off x="4495" y="1440"/>
                <a:ext cx="160" cy="160"/>
              </a:xfrm>
              <a:prstGeom prst="ellipse">
                <a:avLst/>
              </a:prstGeom>
              <a:solidFill>
                <a:schemeClr val="accent1"/>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sp>
            <p:nvSpPr>
              <p:cNvPr id="101" name="Oval 51">
                <a:extLst>
                  <a:ext uri="{FF2B5EF4-FFF2-40B4-BE49-F238E27FC236}">
                    <a16:creationId xmlns:a16="http://schemas.microsoft.com/office/drawing/2014/main" id="{55782377-B10E-42A3-928A-551FA28B23B8}"/>
                  </a:ext>
                </a:extLst>
              </p:cNvPr>
              <p:cNvSpPr>
                <a:spLocks noChangeAspect="1" noChangeArrowheads="1"/>
              </p:cNvSpPr>
              <p:nvPr>
                <p:custDataLst>
                  <p:tags r:id="rId22"/>
                </p:custDataLst>
              </p:nvPr>
            </p:nvSpPr>
            <p:spPr bwMode="auto">
              <a:xfrm>
                <a:off x="4495" y="1440"/>
                <a:ext cx="160" cy="160"/>
              </a:xfrm>
              <a:prstGeom prst="arc">
                <a:avLst>
                  <a:gd name="adj1" fmla="val 16200000"/>
                  <a:gd name="adj2" fmla="val 16200000"/>
                </a:avLst>
              </a:prstGeom>
              <a:solidFill>
                <a:schemeClr val="folHlink"/>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grpSp>
        <p:sp>
          <p:nvSpPr>
            <p:cNvPr id="1048" name="Legend1">
              <a:extLst>
                <a:ext uri="{FF2B5EF4-FFF2-40B4-BE49-F238E27FC236}">
                  <a16:creationId xmlns:a16="http://schemas.microsoft.com/office/drawing/2014/main" id="{34067F7D-2FA5-430C-8BFA-B352FD6C2DF9}"/>
                </a:ext>
              </a:extLst>
            </p:cNvPr>
            <p:cNvSpPr>
              <a:spLocks noChangeArrowheads="1"/>
            </p:cNvSpPr>
            <p:nvPr/>
          </p:nvSpPr>
          <p:spPr bwMode="auto">
            <a:xfrm>
              <a:off x="6976269" y="286540"/>
              <a:ext cx="519477" cy="18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49" name="Legend2">
              <a:extLst>
                <a:ext uri="{FF2B5EF4-FFF2-40B4-BE49-F238E27FC236}">
                  <a16:creationId xmlns:a16="http://schemas.microsoft.com/office/drawing/2014/main" id="{91263A63-37B2-45DA-8622-CA111EA49F71}"/>
                </a:ext>
              </a:extLst>
            </p:cNvPr>
            <p:cNvSpPr>
              <a:spLocks noChangeArrowheads="1"/>
            </p:cNvSpPr>
            <p:nvPr/>
          </p:nvSpPr>
          <p:spPr bwMode="auto">
            <a:xfrm>
              <a:off x="6976269" y="561178"/>
              <a:ext cx="519477" cy="18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50" name="Legend3">
              <a:extLst>
                <a:ext uri="{FF2B5EF4-FFF2-40B4-BE49-F238E27FC236}">
                  <a16:creationId xmlns:a16="http://schemas.microsoft.com/office/drawing/2014/main" id="{E666264D-3341-4857-91CC-86491F83E918}"/>
                </a:ext>
              </a:extLst>
            </p:cNvPr>
            <p:cNvSpPr>
              <a:spLocks noChangeArrowheads="1"/>
            </p:cNvSpPr>
            <p:nvPr/>
          </p:nvSpPr>
          <p:spPr bwMode="auto">
            <a:xfrm>
              <a:off x="6976269" y="835817"/>
              <a:ext cx="519477" cy="18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51" name="Legend4">
              <a:extLst>
                <a:ext uri="{FF2B5EF4-FFF2-40B4-BE49-F238E27FC236}">
                  <a16:creationId xmlns:a16="http://schemas.microsoft.com/office/drawing/2014/main" id="{A89CA3F9-AA0E-46D5-B39D-95AFDA49AB47}"/>
                </a:ext>
              </a:extLst>
            </p:cNvPr>
            <p:cNvSpPr>
              <a:spLocks noChangeArrowheads="1"/>
            </p:cNvSpPr>
            <p:nvPr/>
          </p:nvSpPr>
          <p:spPr bwMode="auto">
            <a:xfrm>
              <a:off x="6976269" y="1107280"/>
              <a:ext cx="519477" cy="18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sp>
          <p:nvSpPr>
            <p:cNvPr id="1052" name="Legend5">
              <a:extLst>
                <a:ext uri="{FF2B5EF4-FFF2-40B4-BE49-F238E27FC236}">
                  <a16:creationId xmlns:a16="http://schemas.microsoft.com/office/drawing/2014/main" id="{59442534-1210-455A-B53F-30D7F26EB0C1}"/>
                </a:ext>
              </a:extLst>
            </p:cNvPr>
            <p:cNvSpPr>
              <a:spLocks noChangeArrowheads="1"/>
            </p:cNvSpPr>
            <p:nvPr/>
          </p:nvSpPr>
          <p:spPr bwMode="auto">
            <a:xfrm>
              <a:off x="6976269" y="1383505"/>
              <a:ext cx="519477" cy="188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895350">
                <a:defRPr sz="1600">
                  <a:solidFill>
                    <a:schemeClr val="tx1"/>
                  </a:solidFill>
                  <a:latin typeface="Arial" panose="020B0604020202020204" pitchFamily="34" charset="0"/>
                </a:defRPr>
              </a:lvl1pPr>
              <a:lvl2pPr marL="742950" indent="-285750" defTabSz="895350">
                <a:defRPr sz="1600">
                  <a:solidFill>
                    <a:schemeClr val="tx1"/>
                  </a:solidFill>
                  <a:latin typeface="Arial" panose="020B0604020202020204" pitchFamily="34" charset="0"/>
                </a:defRPr>
              </a:lvl2pPr>
              <a:lvl3pPr marL="1143000" indent="-228600" defTabSz="895350">
                <a:defRPr sz="1600">
                  <a:solidFill>
                    <a:schemeClr val="tx1"/>
                  </a:solidFill>
                  <a:latin typeface="Arial" panose="020B0604020202020204" pitchFamily="34" charset="0"/>
                </a:defRPr>
              </a:lvl3pPr>
              <a:lvl4pPr marL="1600200" indent="-228600" defTabSz="895350">
                <a:defRPr sz="1600">
                  <a:solidFill>
                    <a:schemeClr val="tx1"/>
                  </a:solidFill>
                  <a:latin typeface="Arial" panose="020B0604020202020204" pitchFamily="34" charset="0"/>
                </a:defRPr>
              </a:lvl4pPr>
              <a:lvl5pPr marL="2057400" indent="-228600" defTabSz="895350">
                <a:defRPr sz="1600">
                  <a:solidFill>
                    <a:schemeClr val="tx1"/>
                  </a:solidFill>
                  <a:latin typeface="Arial" panose="020B0604020202020204" pitchFamily="34" charset="0"/>
                </a:defRPr>
              </a:lvl5pPr>
              <a:lvl6pPr marL="2514600" indent="-228600" defTabSz="895350"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895350"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895350"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89535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buClr>
                  <a:schemeClr val="tx2"/>
                </a:buClr>
              </a:pPr>
              <a:r>
                <a:rPr lang="en-US" altLang="en-US" sz="1224" dirty="0"/>
                <a:t>Legend</a:t>
              </a:r>
            </a:p>
          </p:txBody>
        </p:sp>
        <p:grpSp>
          <p:nvGrpSpPr>
            <p:cNvPr id="1053" name="MoonLegend3">
              <a:extLst>
                <a:ext uri="{FF2B5EF4-FFF2-40B4-BE49-F238E27FC236}">
                  <a16:creationId xmlns:a16="http://schemas.microsoft.com/office/drawing/2014/main" id="{DFDF1779-7804-43AE-A0DA-9FE4A514D86B}"/>
                </a:ext>
              </a:extLst>
            </p:cNvPr>
            <p:cNvGrpSpPr>
              <a:grpSpLocks noChangeAspect="1"/>
            </p:cNvGrpSpPr>
            <p:nvPr>
              <p:custDataLst>
                <p:tags r:id="rId18"/>
              </p:custDataLst>
            </p:nvPr>
          </p:nvGrpSpPr>
          <p:grpSpPr bwMode="auto">
            <a:xfrm>
              <a:off x="6655594" y="822322"/>
              <a:ext cx="209550" cy="209551"/>
              <a:chOff x="4495" y="1198"/>
              <a:chExt cx="160" cy="160"/>
            </a:xfrm>
          </p:grpSpPr>
          <p:sp>
            <p:nvSpPr>
              <p:cNvPr id="98" name="Oval 47">
                <a:extLst>
                  <a:ext uri="{FF2B5EF4-FFF2-40B4-BE49-F238E27FC236}">
                    <a16:creationId xmlns:a16="http://schemas.microsoft.com/office/drawing/2014/main" id="{CDE09CEB-601D-4AD7-9C8D-C23C69DEB83F}"/>
                  </a:ext>
                </a:extLst>
              </p:cNvPr>
              <p:cNvSpPr>
                <a:spLocks noChangeAspect="1" noChangeArrowheads="1"/>
              </p:cNvSpPr>
              <p:nvPr>
                <p:custDataLst>
                  <p:tags r:id="rId19"/>
                </p:custDataLst>
              </p:nvPr>
            </p:nvSpPr>
            <p:spPr bwMode="auto">
              <a:xfrm>
                <a:off x="4495" y="1197"/>
                <a:ext cx="160" cy="160"/>
              </a:xfrm>
              <a:prstGeom prst="ellipse">
                <a:avLst/>
              </a:prstGeom>
              <a:solidFill>
                <a:schemeClr val="accent1"/>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sp>
            <p:nvSpPr>
              <p:cNvPr id="99" name="Arc 48">
                <a:extLst>
                  <a:ext uri="{FF2B5EF4-FFF2-40B4-BE49-F238E27FC236}">
                    <a16:creationId xmlns:a16="http://schemas.microsoft.com/office/drawing/2014/main" id="{833C89E0-B0F6-45A7-8150-9FCDC848EF26}"/>
                  </a:ext>
                </a:extLst>
              </p:cNvPr>
              <p:cNvSpPr>
                <a:spLocks noChangeAspect="1"/>
              </p:cNvSpPr>
              <p:nvPr>
                <p:custDataLst>
                  <p:tags r:id="rId20"/>
                </p:custDataLst>
              </p:nvPr>
            </p:nvSpPr>
            <p:spPr bwMode="auto">
              <a:xfrm>
                <a:off x="4495" y="1197"/>
                <a:ext cx="160" cy="160"/>
              </a:xfrm>
              <a:prstGeom prst="arc">
                <a:avLst>
                  <a:gd name="adj1" fmla="val 16200000"/>
                  <a:gd name="adj2" fmla="val 5400000"/>
                </a:avLst>
              </a:prstGeom>
              <a:solidFill>
                <a:schemeClr val="folHlink"/>
              </a:solidFill>
              <a:ln w="9525">
                <a:solidFill>
                  <a:schemeClr val="accent6"/>
                </a:solidFill>
                <a:round/>
                <a:headEnd/>
                <a:tailEnd/>
              </a:ln>
              <a:effectLst/>
            </p:spPr>
            <p:txBody>
              <a:bodyPr wrap="none" anchor="ctr"/>
              <a:lstStyle/>
              <a:p>
                <a:pPr eaLnBrk="1" hangingPunct="1">
                  <a:defRPr/>
                </a:pPr>
                <a:endParaRPr lang="en-US" sz="1224" dirty="0">
                  <a:latin typeface="+mn-lt"/>
                </a:endParaRPr>
              </a:p>
            </p:txBody>
          </p:sp>
        </p:grpSp>
      </p:grpSp>
      <p:sp>
        <p:nvSpPr>
          <p:cNvPr id="61" name="doc id">
            <a:extLst>
              <a:ext uri="{FF2B5EF4-FFF2-40B4-BE49-F238E27FC236}">
                <a16:creationId xmlns:a16="http://schemas.microsoft.com/office/drawing/2014/main" id="{C3B8E163-6953-4D40-B73B-4504BD7146FF}"/>
              </a:ext>
            </a:extLst>
          </p:cNvPr>
          <p:cNvSpPr txBox="1">
            <a:spLocks noChangeArrowheads="1"/>
          </p:cNvSpPr>
          <p:nvPr/>
        </p:nvSpPr>
        <p:spPr bwMode="white">
          <a:xfrm>
            <a:off x="11487400" y="37255"/>
            <a:ext cx="401703" cy="124720"/>
          </a:xfrm>
          <a:prstGeom prst="rect">
            <a:avLst/>
          </a:prstGeom>
          <a:noFill/>
          <a:ln>
            <a:noFill/>
          </a:ln>
          <a:effectLst/>
        </p:spPr>
        <p:txBody>
          <a:bodyPr wrap="none" lIns="0" tIns="0" rIns="0" bIns="0"/>
          <a:lstStyle>
            <a:lvl1pPr eaLnBrk="0" hangingPunct="0">
              <a:defRPr lang="x-none" sz="1600">
                <a:solidFill>
                  <a:schemeClr val="tx1"/>
                </a:solidFill>
                <a:latin typeface="Arial" charset="0"/>
              </a:defRPr>
            </a:lvl1pPr>
            <a:lvl2pPr marL="742950" indent="-285750" eaLnBrk="0" hangingPunct="0">
              <a:defRPr lang="x-none" sz="1600">
                <a:solidFill>
                  <a:schemeClr val="tx1"/>
                </a:solidFill>
                <a:latin typeface="Arial" charset="0"/>
              </a:defRPr>
            </a:lvl2pPr>
            <a:lvl3pPr marL="1143000" indent="-228600" eaLnBrk="0" hangingPunct="0">
              <a:defRPr lang="x-none" sz="1600">
                <a:solidFill>
                  <a:schemeClr val="tx1"/>
                </a:solidFill>
                <a:latin typeface="Arial" charset="0"/>
              </a:defRPr>
            </a:lvl3pPr>
            <a:lvl4pPr marL="1600200" indent="-228600" eaLnBrk="0" hangingPunct="0">
              <a:defRPr lang="x-none" sz="1600">
                <a:solidFill>
                  <a:schemeClr val="tx1"/>
                </a:solidFill>
                <a:latin typeface="Arial" charset="0"/>
              </a:defRPr>
            </a:lvl4pPr>
            <a:lvl5pPr marL="2057400" indent="-228600" eaLnBrk="0" hangingPunct="0">
              <a:defRPr lang="x-none" sz="1600">
                <a:solidFill>
                  <a:schemeClr val="tx1"/>
                </a:solidFill>
                <a:latin typeface="Arial" charset="0"/>
              </a:defRPr>
            </a:lvl5pPr>
            <a:lvl6pPr marL="2514600" indent="-228600" eaLnBrk="0" fontAlgn="base" hangingPunct="0">
              <a:spcBef>
                <a:spcPct val="0"/>
              </a:spcBef>
              <a:spcAft>
                <a:spcPct val="0"/>
              </a:spcAft>
              <a:defRPr lang="x-none" sz="1600">
                <a:solidFill>
                  <a:schemeClr val="tx1"/>
                </a:solidFill>
                <a:latin typeface="Arial" charset="0"/>
              </a:defRPr>
            </a:lvl6pPr>
            <a:lvl7pPr marL="2971800" indent="-228600" eaLnBrk="0" fontAlgn="base" hangingPunct="0">
              <a:spcBef>
                <a:spcPct val="0"/>
              </a:spcBef>
              <a:spcAft>
                <a:spcPct val="0"/>
              </a:spcAft>
              <a:defRPr lang="x-none" sz="1600">
                <a:solidFill>
                  <a:schemeClr val="tx1"/>
                </a:solidFill>
                <a:latin typeface="Arial" charset="0"/>
              </a:defRPr>
            </a:lvl7pPr>
            <a:lvl8pPr marL="3429000" indent="-228600" eaLnBrk="0" fontAlgn="base" hangingPunct="0">
              <a:spcBef>
                <a:spcPct val="0"/>
              </a:spcBef>
              <a:spcAft>
                <a:spcPct val="0"/>
              </a:spcAft>
              <a:defRPr lang="x-none" sz="1600">
                <a:solidFill>
                  <a:schemeClr val="tx1"/>
                </a:solidFill>
                <a:latin typeface="Arial" charset="0"/>
              </a:defRPr>
            </a:lvl8pPr>
            <a:lvl9pPr marL="3886200" indent="-228600" eaLnBrk="0" fontAlgn="base" hangingPunct="0">
              <a:spcBef>
                <a:spcPct val="0"/>
              </a:spcBef>
              <a:spcAft>
                <a:spcPct val="0"/>
              </a:spcAft>
              <a:defRPr lang="x-none" sz="1600">
                <a:solidFill>
                  <a:schemeClr val="tx1"/>
                </a:solidFill>
                <a:latin typeface="Arial" charset="0"/>
              </a:defRPr>
            </a:lvl9pPr>
          </a:lstStyle>
          <a:p>
            <a:pPr algn="r" eaLnBrk="1" hangingPunct="1">
              <a:defRPr lang="x-none"/>
            </a:pPr>
            <a:endParaRPr sz="816">
              <a:solidFill>
                <a:schemeClr val="accent6"/>
              </a:solidFill>
              <a:latin typeface="+mn-lt"/>
            </a:endParaRPr>
          </a:p>
        </p:txBody>
      </p:sp>
      <p:pic>
        <p:nvPicPr>
          <p:cNvPr id="1043" name="Picture 606" descr="Image result for al futtaim logo">
            <a:extLst>
              <a:ext uri="{FF2B5EF4-FFF2-40B4-BE49-F238E27FC236}">
                <a16:creationId xmlns:a16="http://schemas.microsoft.com/office/drawing/2014/main" id="{E33057FF-F14D-4DDD-89BB-DCD4697AC128}"/>
              </a:ext>
            </a:extLst>
          </p:cNvPr>
          <p:cNvPicPr>
            <a:picLocks noChangeAspect="1" noChangeArrowheads="1"/>
          </p:cNvPicPr>
          <p:nvPr/>
        </p:nvPicPr>
        <p:blipFill>
          <a:blip r:embed="rId31">
            <a:biLevel thresh="25000"/>
            <a:extLst>
              <a:ext uri="{28A0092B-C50C-407E-A947-70E740481C1C}">
                <a14:useLocalDpi xmlns:a14="http://schemas.microsoft.com/office/drawing/2010/main" val="0"/>
              </a:ext>
            </a:extLst>
          </a:blip>
          <a:srcRect/>
          <a:stretch>
            <a:fillRect/>
          </a:stretch>
        </p:blipFill>
        <p:spPr bwMode="auto">
          <a:xfrm>
            <a:off x="10833014" y="6634475"/>
            <a:ext cx="719177" cy="149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5C6CDEA7-F8D4-CEFD-37B6-F8CA1A547FCC}"/>
              </a:ext>
            </a:extLst>
          </p:cNvPr>
          <p:cNvSpPr txBox="1"/>
          <p:nvPr userDrawn="1">
            <p:extLst>
              <p:ext uri="{1162E1C5-73C7-4A58-AE30-91384D911F3F}">
                <p184:classification xmlns:p184="http://schemas.microsoft.com/office/powerpoint/2018/4/main" val="ftr"/>
              </p:ext>
            </p:extLst>
          </p:nvPr>
        </p:nvSpPr>
        <p:spPr>
          <a:xfrm>
            <a:off x="5238750" y="6642100"/>
            <a:ext cx="1743075"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External Al-Futtaim</a:t>
            </a:r>
          </a:p>
        </p:txBody>
      </p:sp>
    </p:spTree>
    <p:extLst>
      <p:ext uri="{BB962C8B-B14F-4D97-AF65-F5344CB8AC3E}">
        <p14:creationId xmlns:p14="http://schemas.microsoft.com/office/powerpoint/2010/main" val="35911360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913526" rtl="0" eaLnBrk="1" fontAlgn="base" hangingPunct="1">
        <a:spcBef>
          <a:spcPct val="0"/>
        </a:spcBef>
        <a:spcAft>
          <a:spcPct val="0"/>
        </a:spcAft>
        <a:tabLst>
          <a:tab pos="275353" algn="l"/>
        </a:tabLst>
        <a:defRPr lang="x-none" sz="2041">
          <a:solidFill>
            <a:schemeClr val="tx2"/>
          </a:solidFill>
          <a:latin typeface="+mj-lt"/>
          <a:ea typeface="+mj-ea"/>
          <a:cs typeface="+mj-cs"/>
        </a:defRPr>
      </a:lvl1pPr>
      <a:lvl2pPr algn="l" defTabSz="913526" rtl="0" eaLnBrk="1" fontAlgn="base" hangingPunct="1">
        <a:spcBef>
          <a:spcPct val="0"/>
        </a:spcBef>
        <a:spcAft>
          <a:spcPct val="0"/>
        </a:spcAft>
        <a:tabLst>
          <a:tab pos="275353" algn="l"/>
        </a:tabLst>
        <a:defRPr lang="x-none" sz="2041">
          <a:solidFill>
            <a:schemeClr val="tx2"/>
          </a:solidFill>
          <a:latin typeface="Arial" charset="0"/>
        </a:defRPr>
      </a:lvl2pPr>
      <a:lvl3pPr algn="l" defTabSz="913526" rtl="0" eaLnBrk="1" fontAlgn="base" hangingPunct="1">
        <a:spcBef>
          <a:spcPct val="0"/>
        </a:spcBef>
        <a:spcAft>
          <a:spcPct val="0"/>
        </a:spcAft>
        <a:tabLst>
          <a:tab pos="275353" algn="l"/>
        </a:tabLst>
        <a:defRPr lang="x-none" sz="2041">
          <a:solidFill>
            <a:schemeClr val="tx2"/>
          </a:solidFill>
          <a:latin typeface="Arial" charset="0"/>
        </a:defRPr>
      </a:lvl3pPr>
      <a:lvl4pPr algn="l" defTabSz="913526" rtl="0" eaLnBrk="1" fontAlgn="base" hangingPunct="1">
        <a:spcBef>
          <a:spcPct val="0"/>
        </a:spcBef>
        <a:spcAft>
          <a:spcPct val="0"/>
        </a:spcAft>
        <a:tabLst>
          <a:tab pos="275353" algn="l"/>
        </a:tabLst>
        <a:defRPr lang="x-none" sz="2041">
          <a:solidFill>
            <a:schemeClr val="tx2"/>
          </a:solidFill>
          <a:latin typeface="Arial" charset="0"/>
        </a:defRPr>
      </a:lvl4pPr>
      <a:lvl5pPr algn="l" defTabSz="913526" rtl="0" eaLnBrk="1" fontAlgn="base" hangingPunct="1">
        <a:spcBef>
          <a:spcPct val="0"/>
        </a:spcBef>
        <a:spcAft>
          <a:spcPct val="0"/>
        </a:spcAft>
        <a:tabLst>
          <a:tab pos="275353" algn="l"/>
        </a:tabLst>
        <a:defRPr lang="x-none" sz="2041">
          <a:solidFill>
            <a:schemeClr val="tx2"/>
          </a:solidFill>
          <a:latin typeface="Arial" charset="0"/>
        </a:defRPr>
      </a:lvl5pPr>
      <a:lvl6pPr marL="466481" algn="l" defTabSz="913526" rtl="0" eaLnBrk="1" fontAlgn="base" hangingPunct="1">
        <a:spcBef>
          <a:spcPct val="0"/>
        </a:spcBef>
        <a:spcAft>
          <a:spcPct val="0"/>
        </a:spcAft>
        <a:defRPr lang="x-none" sz="1939" b="1">
          <a:solidFill>
            <a:schemeClr val="tx2"/>
          </a:solidFill>
          <a:latin typeface="Arial" charset="0"/>
        </a:defRPr>
      </a:lvl6pPr>
      <a:lvl7pPr marL="932962" algn="l" defTabSz="913526" rtl="0" eaLnBrk="1" fontAlgn="base" hangingPunct="1">
        <a:spcBef>
          <a:spcPct val="0"/>
        </a:spcBef>
        <a:spcAft>
          <a:spcPct val="0"/>
        </a:spcAft>
        <a:defRPr lang="x-none" sz="1939" b="1">
          <a:solidFill>
            <a:schemeClr val="tx2"/>
          </a:solidFill>
          <a:latin typeface="Arial" charset="0"/>
        </a:defRPr>
      </a:lvl7pPr>
      <a:lvl8pPr marL="1399443" algn="l" defTabSz="913526" rtl="0" eaLnBrk="1" fontAlgn="base" hangingPunct="1">
        <a:spcBef>
          <a:spcPct val="0"/>
        </a:spcBef>
        <a:spcAft>
          <a:spcPct val="0"/>
        </a:spcAft>
        <a:defRPr lang="x-none" sz="1939" b="1">
          <a:solidFill>
            <a:schemeClr val="tx2"/>
          </a:solidFill>
          <a:latin typeface="Arial" charset="0"/>
        </a:defRPr>
      </a:lvl8pPr>
      <a:lvl9pPr marL="1865925" algn="l" defTabSz="913526" rtl="0" eaLnBrk="1" fontAlgn="base" hangingPunct="1">
        <a:spcBef>
          <a:spcPct val="0"/>
        </a:spcBef>
        <a:spcAft>
          <a:spcPct val="0"/>
        </a:spcAft>
        <a:defRPr lang="x-none" sz="1939" b="1">
          <a:solidFill>
            <a:schemeClr val="tx2"/>
          </a:solidFill>
          <a:latin typeface="Arial" charset="0"/>
        </a:defRPr>
      </a:lvl9pPr>
    </p:titleStyle>
    <p:bodyStyle>
      <a:lvl1pPr algn="l" defTabSz="913526" rtl="0" eaLnBrk="1" fontAlgn="base" hangingPunct="1">
        <a:spcBef>
          <a:spcPct val="0"/>
        </a:spcBef>
        <a:spcAft>
          <a:spcPct val="0"/>
        </a:spcAft>
        <a:buClr>
          <a:schemeClr val="tx2"/>
        </a:buClr>
        <a:buSzPct val="100000"/>
        <a:defRPr lang="x-none" sz="1632">
          <a:solidFill>
            <a:schemeClr val="tx1"/>
          </a:solidFill>
          <a:latin typeface="+mn-lt"/>
          <a:ea typeface="+mn-ea"/>
          <a:cs typeface="+mn-cs"/>
        </a:defRPr>
      </a:lvl1pPr>
      <a:lvl2pPr marL="197607" indent="-195987" algn="l" defTabSz="913526" rtl="0" eaLnBrk="1" fontAlgn="base" hangingPunct="1">
        <a:spcBef>
          <a:spcPct val="0"/>
        </a:spcBef>
        <a:spcAft>
          <a:spcPct val="0"/>
        </a:spcAft>
        <a:buClr>
          <a:schemeClr val="tx2"/>
        </a:buClr>
        <a:buSzPct val="125000"/>
        <a:buFont typeface="Arial" panose="020B0604020202020204" pitchFamily="34" charset="0"/>
        <a:buChar char="▪"/>
        <a:defRPr lang="x-none" sz="1632">
          <a:solidFill>
            <a:schemeClr val="tx1"/>
          </a:solidFill>
          <a:latin typeface="+mn-lt"/>
        </a:defRPr>
      </a:lvl2pPr>
      <a:lvl3pPr marL="466481" indent="-267255" algn="l" defTabSz="913526" rtl="0" eaLnBrk="1" fontAlgn="base" hangingPunct="1">
        <a:spcBef>
          <a:spcPct val="0"/>
        </a:spcBef>
        <a:spcAft>
          <a:spcPct val="0"/>
        </a:spcAft>
        <a:buClr>
          <a:schemeClr val="tx2"/>
        </a:buClr>
        <a:buSzPct val="120000"/>
        <a:buFont typeface="Arial" panose="020B0604020202020204" pitchFamily="34" charset="0"/>
        <a:buChar char="–"/>
        <a:defRPr lang="x-none" sz="1632">
          <a:solidFill>
            <a:schemeClr val="tx1"/>
          </a:solidFill>
          <a:latin typeface="+mn-lt"/>
        </a:defRPr>
      </a:lvl3pPr>
      <a:lvl4pPr marL="626835" indent="-158733" algn="l" defTabSz="913526" rtl="0" eaLnBrk="1" fontAlgn="base" hangingPunct="1">
        <a:spcBef>
          <a:spcPct val="0"/>
        </a:spcBef>
        <a:spcAft>
          <a:spcPct val="0"/>
        </a:spcAft>
        <a:buClr>
          <a:schemeClr val="tx2"/>
        </a:buClr>
        <a:buSzPct val="120000"/>
        <a:buFont typeface="Arial" panose="020B0604020202020204" pitchFamily="34" charset="0"/>
        <a:buChar char="▫"/>
        <a:defRPr lang="x-none" sz="1632">
          <a:solidFill>
            <a:schemeClr val="tx1"/>
          </a:solidFill>
          <a:latin typeface="+mn-lt"/>
        </a:defRPr>
      </a:lvl4pPr>
      <a:lvl5pPr marL="764511" indent="-132818" algn="l" defTabSz="913526" rtl="0" eaLnBrk="1" fontAlgn="base" hangingPunct="1">
        <a:spcBef>
          <a:spcPct val="0"/>
        </a:spcBef>
        <a:spcAft>
          <a:spcPct val="0"/>
        </a:spcAft>
        <a:buClr>
          <a:schemeClr val="tx2"/>
        </a:buClr>
        <a:buSzPct val="89000"/>
        <a:buFont typeface="Arial" panose="020B0604020202020204" pitchFamily="34" charset="0"/>
        <a:buChar char="-"/>
        <a:defRPr lang="x-none" sz="1632">
          <a:solidFill>
            <a:schemeClr val="tx1"/>
          </a:solidFill>
          <a:latin typeface="+mn-lt"/>
        </a:defRPr>
      </a:lvl5pPr>
      <a:lvl6pPr marL="765029" indent="-132818" algn="l" defTabSz="913526" rtl="0" eaLnBrk="1" fontAlgn="base" hangingPunct="1">
        <a:spcBef>
          <a:spcPct val="0"/>
        </a:spcBef>
        <a:spcAft>
          <a:spcPct val="0"/>
        </a:spcAft>
        <a:buClr>
          <a:schemeClr val="tx2"/>
        </a:buClr>
        <a:buSzPct val="89000"/>
        <a:buFont typeface="Arial" charset="0"/>
        <a:buChar char="-"/>
        <a:defRPr lang="x-none" sz="1632" baseline="0">
          <a:solidFill>
            <a:schemeClr val="tx1"/>
          </a:solidFill>
          <a:latin typeface="+mn-lt"/>
        </a:defRPr>
      </a:lvl6pPr>
      <a:lvl7pPr marL="765029" indent="-132818" algn="l" defTabSz="913526" rtl="0" eaLnBrk="1" fontAlgn="base" hangingPunct="1">
        <a:spcBef>
          <a:spcPct val="0"/>
        </a:spcBef>
        <a:spcAft>
          <a:spcPct val="0"/>
        </a:spcAft>
        <a:buClr>
          <a:schemeClr val="tx2"/>
        </a:buClr>
        <a:buSzPct val="89000"/>
        <a:buFont typeface="Arial" charset="0"/>
        <a:buChar char="-"/>
        <a:defRPr lang="x-none" sz="1632" baseline="0">
          <a:solidFill>
            <a:schemeClr val="tx1"/>
          </a:solidFill>
          <a:latin typeface="+mn-lt"/>
        </a:defRPr>
      </a:lvl7pPr>
      <a:lvl8pPr marL="765029" indent="-132818" algn="l" defTabSz="913526" rtl="0" eaLnBrk="1" fontAlgn="base" hangingPunct="1">
        <a:spcBef>
          <a:spcPct val="0"/>
        </a:spcBef>
        <a:spcAft>
          <a:spcPct val="0"/>
        </a:spcAft>
        <a:buClr>
          <a:schemeClr val="tx2"/>
        </a:buClr>
        <a:buSzPct val="89000"/>
        <a:buFont typeface="Arial" charset="0"/>
        <a:buChar char="-"/>
        <a:defRPr lang="x-none" sz="1632" baseline="0">
          <a:solidFill>
            <a:schemeClr val="tx1"/>
          </a:solidFill>
          <a:latin typeface="+mn-lt"/>
        </a:defRPr>
      </a:lvl8pPr>
      <a:lvl9pPr marL="765029" indent="-132818" algn="l" defTabSz="913526" rtl="0" eaLnBrk="1" fontAlgn="base" hangingPunct="1">
        <a:spcBef>
          <a:spcPct val="0"/>
        </a:spcBef>
        <a:spcAft>
          <a:spcPct val="0"/>
        </a:spcAft>
        <a:buClr>
          <a:schemeClr val="tx2"/>
        </a:buClr>
        <a:buSzPct val="89000"/>
        <a:buFont typeface="Arial" charset="0"/>
        <a:buChar char="-"/>
        <a:defRPr lang="x-none" sz="1632" baseline="0">
          <a:solidFill>
            <a:schemeClr val="tx1"/>
          </a:solidFill>
          <a:latin typeface="+mn-lt"/>
        </a:defRPr>
      </a:lvl9pPr>
    </p:bodyStyle>
    <p:otherStyle>
      <a:defPPr>
        <a:defRPr lang="x-none"/>
      </a:defPPr>
      <a:lvl1pPr marL="0" algn="l" defTabSz="932962" rtl="0" eaLnBrk="1" latinLnBrk="0" hangingPunct="1">
        <a:defRPr lang="x-none" sz="1837" kern="1200">
          <a:solidFill>
            <a:schemeClr val="tx1"/>
          </a:solidFill>
          <a:latin typeface="+mn-lt"/>
          <a:ea typeface="+mn-ea"/>
          <a:cs typeface="+mn-cs"/>
        </a:defRPr>
      </a:lvl1pPr>
      <a:lvl2pPr marL="466481" algn="l" defTabSz="932962" rtl="0" eaLnBrk="1" latinLnBrk="0" hangingPunct="1">
        <a:defRPr lang="x-none" sz="1837" kern="1200">
          <a:solidFill>
            <a:schemeClr val="tx1"/>
          </a:solidFill>
          <a:latin typeface="+mn-lt"/>
          <a:ea typeface="+mn-ea"/>
          <a:cs typeface="+mn-cs"/>
        </a:defRPr>
      </a:lvl2pPr>
      <a:lvl3pPr marL="932962" algn="l" defTabSz="932962" rtl="0" eaLnBrk="1" latinLnBrk="0" hangingPunct="1">
        <a:defRPr lang="x-none" sz="1837" kern="1200">
          <a:solidFill>
            <a:schemeClr val="tx1"/>
          </a:solidFill>
          <a:latin typeface="+mn-lt"/>
          <a:ea typeface="+mn-ea"/>
          <a:cs typeface="+mn-cs"/>
        </a:defRPr>
      </a:lvl3pPr>
      <a:lvl4pPr marL="1399443" algn="l" defTabSz="932962" rtl="0" eaLnBrk="1" latinLnBrk="0" hangingPunct="1">
        <a:defRPr lang="x-none" sz="1837" kern="1200">
          <a:solidFill>
            <a:schemeClr val="tx1"/>
          </a:solidFill>
          <a:latin typeface="+mn-lt"/>
          <a:ea typeface="+mn-ea"/>
          <a:cs typeface="+mn-cs"/>
        </a:defRPr>
      </a:lvl4pPr>
      <a:lvl5pPr marL="1865925" algn="l" defTabSz="932962" rtl="0" eaLnBrk="1" latinLnBrk="0" hangingPunct="1">
        <a:defRPr lang="x-none" sz="1837" kern="1200">
          <a:solidFill>
            <a:schemeClr val="tx1"/>
          </a:solidFill>
          <a:latin typeface="+mn-lt"/>
          <a:ea typeface="+mn-ea"/>
          <a:cs typeface="+mn-cs"/>
        </a:defRPr>
      </a:lvl5pPr>
      <a:lvl6pPr marL="2332406" algn="l" defTabSz="932962" rtl="0" eaLnBrk="1" latinLnBrk="0" hangingPunct="1">
        <a:defRPr lang="x-none" sz="1837" kern="1200">
          <a:solidFill>
            <a:schemeClr val="tx1"/>
          </a:solidFill>
          <a:latin typeface="+mn-lt"/>
          <a:ea typeface="+mn-ea"/>
          <a:cs typeface="+mn-cs"/>
        </a:defRPr>
      </a:lvl6pPr>
      <a:lvl7pPr marL="2798887" algn="l" defTabSz="932962" rtl="0" eaLnBrk="1" latinLnBrk="0" hangingPunct="1">
        <a:defRPr lang="x-none" sz="1837" kern="1200">
          <a:solidFill>
            <a:schemeClr val="tx1"/>
          </a:solidFill>
          <a:latin typeface="+mn-lt"/>
          <a:ea typeface="+mn-ea"/>
          <a:cs typeface="+mn-cs"/>
        </a:defRPr>
      </a:lvl7pPr>
      <a:lvl8pPr marL="3265368" algn="l" defTabSz="932962" rtl="0" eaLnBrk="1" latinLnBrk="0" hangingPunct="1">
        <a:defRPr lang="x-none" sz="1837" kern="1200">
          <a:solidFill>
            <a:schemeClr val="tx1"/>
          </a:solidFill>
          <a:latin typeface="+mn-lt"/>
          <a:ea typeface="+mn-ea"/>
          <a:cs typeface="+mn-cs"/>
        </a:defRPr>
      </a:lvl8pPr>
      <a:lvl9pPr marL="3731849" algn="l" defTabSz="932962" rtl="0" eaLnBrk="1" latinLnBrk="0" hangingPunct="1">
        <a:defRPr lang="x-none" sz="183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934C6C-8426-464A-AA36-B00E2F454409}" type="datetimeFigureOut">
              <a:rPr lang="en-US" smtClean="0"/>
              <a:t>18/11/2025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56FAF-3C36-405E-8F78-8E2BEA039804}" type="slidenum">
              <a:rPr lang="en-US" smtClean="0"/>
              <a:t>‹#›</a:t>
            </a:fld>
            <a:endParaRPr lang="en-US"/>
          </a:p>
        </p:txBody>
      </p:sp>
      <p:sp>
        <p:nvSpPr>
          <p:cNvPr id="8" name="TextBox 7">
            <a:extLst>
              <a:ext uri="{FF2B5EF4-FFF2-40B4-BE49-F238E27FC236}">
                <a16:creationId xmlns:a16="http://schemas.microsoft.com/office/drawing/2014/main" id="{A7022ED7-4DED-E54E-9691-C40C5B7AED0D}"/>
              </a:ext>
            </a:extLst>
          </p:cNvPr>
          <p:cNvSpPr txBox="1"/>
          <p:nvPr userDrawn="1">
            <p:extLst>
              <p:ext uri="{1162E1C5-73C7-4A58-AE30-91384D911F3F}">
                <p184:classification xmlns:p184="http://schemas.microsoft.com/office/powerpoint/2018/4/main" val="ftr"/>
              </p:ext>
            </p:extLst>
          </p:nvPr>
        </p:nvSpPr>
        <p:spPr>
          <a:xfrm>
            <a:off x="5238750" y="6642100"/>
            <a:ext cx="1743075"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External Al-Futtaim</a:t>
            </a:r>
          </a:p>
        </p:txBody>
      </p:sp>
    </p:spTree>
    <p:extLst>
      <p:ext uri="{BB962C8B-B14F-4D97-AF65-F5344CB8AC3E}">
        <p14:creationId xmlns:p14="http://schemas.microsoft.com/office/powerpoint/2010/main" val="44354744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11.emf"/><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oleObject" Target="../embeddings/oleObject7.bin"/><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5BAACD63-8281-368C-BC80-2CB85C6BB248}"/>
              </a:ext>
            </a:extLst>
          </p:cNvPr>
          <p:cNvSpPr/>
          <p:nvPr/>
        </p:nvSpPr>
        <p:spPr>
          <a:xfrm>
            <a:off x="9714308" y="1256208"/>
            <a:ext cx="2055609" cy="646010"/>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lang="en-US" sz="1400" b="1" dirty="0">
                <a:latin typeface="Daytona" panose="020B0604030500040204" pitchFamily="34" charset="0"/>
                <a:cs typeface="Calibri"/>
              </a:rPr>
              <a:t>MANAGEMENT</a:t>
            </a:r>
            <a:endParaRPr kumimoji="0" lang="en-US" sz="1400" b="1" i="0" u="none" strike="noStrike" kern="1200" cap="none" spc="0" normalizeH="0" baseline="0" noProof="0" dirty="0">
              <a:ln>
                <a:noFill/>
              </a:ln>
              <a:effectLst/>
              <a:uLnTx/>
              <a:uFillTx/>
              <a:latin typeface="Daytona" panose="020B0604030500040204" pitchFamily="34" charset="0"/>
              <a:ea typeface="+mn-ea"/>
              <a:cs typeface="Calibri"/>
            </a:endParaRPr>
          </a:p>
        </p:txBody>
      </p:sp>
      <p:sp>
        <p:nvSpPr>
          <p:cNvPr id="17" name="Rectangle: Rounded Corners 16">
            <a:extLst>
              <a:ext uri="{FF2B5EF4-FFF2-40B4-BE49-F238E27FC236}">
                <a16:creationId xmlns:a16="http://schemas.microsoft.com/office/drawing/2014/main" id="{1E50A70D-BB5A-059D-8AC4-260DC08E3287}"/>
              </a:ext>
            </a:extLst>
          </p:cNvPr>
          <p:cNvSpPr/>
          <p:nvPr/>
        </p:nvSpPr>
        <p:spPr>
          <a:xfrm>
            <a:off x="7484986" y="1262670"/>
            <a:ext cx="2055609" cy="646010"/>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lang="en-US" sz="1400" b="1" dirty="0">
                <a:latin typeface="Daytona" panose="020B0604030500040204" pitchFamily="34" charset="0"/>
                <a:cs typeface="Calibri"/>
              </a:rPr>
              <a:t>BRAND</a:t>
            </a:r>
            <a:endParaRPr kumimoji="0" lang="en-US" sz="1400" b="1" i="0" u="none" strike="noStrike" kern="1200" cap="none" spc="0" normalizeH="0" baseline="0" noProof="0" dirty="0">
              <a:ln>
                <a:noFill/>
              </a:ln>
              <a:effectLst/>
              <a:uLnTx/>
              <a:uFillTx/>
              <a:latin typeface="Daytona" panose="020B0604030500040204" pitchFamily="34" charset="0"/>
              <a:ea typeface="+mn-ea"/>
              <a:cs typeface="Calibri"/>
            </a:endParaRPr>
          </a:p>
        </p:txBody>
      </p:sp>
      <p:sp>
        <p:nvSpPr>
          <p:cNvPr id="16" name="Rectangle: Rounded Corners 15">
            <a:extLst>
              <a:ext uri="{FF2B5EF4-FFF2-40B4-BE49-F238E27FC236}">
                <a16:creationId xmlns:a16="http://schemas.microsoft.com/office/drawing/2014/main" id="{56439767-63E9-307E-E549-9D1C3BCAF36C}"/>
              </a:ext>
            </a:extLst>
          </p:cNvPr>
          <p:cNvSpPr/>
          <p:nvPr/>
        </p:nvSpPr>
        <p:spPr>
          <a:xfrm>
            <a:off x="5072036" y="1259348"/>
            <a:ext cx="2301212" cy="646010"/>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lang="en-US" sz="1400" b="1" dirty="0">
                <a:latin typeface="Daytona" panose="020B0604030500040204" pitchFamily="34" charset="0"/>
                <a:cs typeface="Calibri"/>
              </a:rPr>
              <a:t>PEOPLE</a:t>
            </a:r>
            <a:endParaRPr kumimoji="0" lang="en-US" sz="1400" b="1" i="0" u="none" strike="noStrike" kern="1200" cap="none" spc="0" normalizeH="0" baseline="0" noProof="0" dirty="0">
              <a:ln>
                <a:noFill/>
              </a:ln>
              <a:effectLst/>
              <a:uLnTx/>
              <a:uFillTx/>
              <a:latin typeface="Daytona" panose="020B0604030500040204" pitchFamily="34" charset="0"/>
              <a:ea typeface="+mn-ea"/>
              <a:cs typeface="Calibri"/>
            </a:endParaRPr>
          </a:p>
        </p:txBody>
      </p:sp>
      <p:sp>
        <p:nvSpPr>
          <p:cNvPr id="15" name="Rectangle: Rounded Corners 14">
            <a:extLst>
              <a:ext uri="{FF2B5EF4-FFF2-40B4-BE49-F238E27FC236}">
                <a16:creationId xmlns:a16="http://schemas.microsoft.com/office/drawing/2014/main" id="{6D3BC0F5-C22E-71E1-16F2-9E050A6CE1A7}"/>
              </a:ext>
            </a:extLst>
          </p:cNvPr>
          <p:cNvSpPr/>
          <p:nvPr/>
        </p:nvSpPr>
        <p:spPr>
          <a:xfrm>
            <a:off x="2709536" y="1262670"/>
            <a:ext cx="2250831" cy="646010"/>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kumimoji="0" lang="en-US" sz="1400" b="1" i="0" u="none" strike="noStrike" kern="1200" cap="none" spc="0" normalizeH="0" baseline="0" noProof="0" dirty="0">
                <a:ln>
                  <a:noFill/>
                </a:ln>
                <a:effectLst/>
                <a:uLnTx/>
                <a:uFillTx/>
                <a:latin typeface="Daytona" panose="020B0604030500040204" pitchFamily="34" charset="0"/>
                <a:ea typeface="+mn-ea"/>
                <a:cs typeface="Calibri"/>
              </a:rPr>
              <a:t>PROCESS</a:t>
            </a:r>
          </a:p>
        </p:txBody>
      </p:sp>
      <p:sp>
        <p:nvSpPr>
          <p:cNvPr id="14" name="Rectangle: Rounded Corners 13">
            <a:extLst>
              <a:ext uri="{FF2B5EF4-FFF2-40B4-BE49-F238E27FC236}">
                <a16:creationId xmlns:a16="http://schemas.microsoft.com/office/drawing/2014/main" id="{E06C4646-E0F5-460D-3653-BCF91109A251}"/>
              </a:ext>
            </a:extLst>
          </p:cNvPr>
          <p:cNvSpPr/>
          <p:nvPr/>
        </p:nvSpPr>
        <p:spPr>
          <a:xfrm>
            <a:off x="472985" y="1256208"/>
            <a:ext cx="2124882" cy="646010"/>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kumimoji="0" lang="en-US" sz="1400" b="1" i="0" u="none" strike="noStrike" kern="1200" cap="none" spc="0" normalizeH="0" baseline="0" noProof="0" dirty="0">
                <a:ln>
                  <a:noFill/>
                </a:ln>
                <a:effectLst/>
                <a:uLnTx/>
                <a:uFillTx/>
                <a:latin typeface="Daytona" panose="020B0604030500040204" pitchFamily="34" charset="0"/>
                <a:ea typeface="+mn-ea"/>
                <a:cs typeface="Calibri"/>
              </a:rPr>
              <a:t>PRODUCT</a:t>
            </a:r>
          </a:p>
        </p:txBody>
      </p:sp>
      <p:sp>
        <p:nvSpPr>
          <p:cNvPr id="11" name="Rectangle: Rounded Corners 10">
            <a:extLst>
              <a:ext uri="{FF2B5EF4-FFF2-40B4-BE49-F238E27FC236}">
                <a16:creationId xmlns:a16="http://schemas.microsoft.com/office/drawing/2014/main" id="{B8C098E5-6EDB-09E5-D55A-D3513F8770E8}"/>
              </a:ext>
            </a:extLst>
          </p:cNvPr>
          <p:cNvSpPr/>
          <p:nvPr/>
        </p:nvSpPr>
        <p:spPr>
          <a:xfrm>
            <a:off x="472985" y="763014"/>
            <a:ext cx="11296933" cy="420624"/>
          </a:xfrm>
          <a:prstGeom prst="roundRect">
            <a:avLst/>
          </a:prstGeom>
          <a:solidFill>
            <a:srgbClr val="5B9BD5"/>
          </a:solidFill>
          <a:ln w="12700" cap="flat" cmpd="sng" algn="ctr">
            <a:solidFill>
              <a:srgbClr val="5B9BD5">
                <a:shade val="15000"/>
              </a:srgbClr>
            </a:solidFill>
            <a:prstDash val="solid"/>
            <a:miter lim="800000"/>
          </a:ln>
          <a:effectLst/>
        </p:spPr>
        <p:txBody>
          <a:bodyPr rtlCol="0" anchor="ctr"/>
          <a:lstStyle/>
          <a:p>
            <a:pPr marL="0" marR="0" lvl="0" indent="0" algn="ctr" defTabSz="1193807" rtl="0" eaLnBrk="0" fontAlgn="base" latinLnBrk="0" hangingPunct="0">
              <a:lnSpc>
                <a:spcPct val="100000"/>
              </a:lnSpc>
              <a:spcBef>
                <a:spcPct val="0"/>
              </a:spcBef>
              <a:spcAft>
                <a:spcPct val="0"/>
              </a:spcAft>
              <a:buClr>
                <a:srgbClr val="FFFFFF"/>
              </a:buClr>
              <a:buSzPct val="100000"/>
              <a:buFontTx/>
              <a:buNone/>
              <a:tabLst/>
              <a:defRPr/>
            </a:pPr>
            <a:r>
              <a:rPr kumimoji="0" lang="en-US" sz="1400" b="1" i="0" u="none" strike="noStrike" kern="1200" cap="none" spc="0" normalizeH="0" baseline="0" noProof="0">
                <a:ln>
                  <a:noFill/>
                </a:ln>
                <a:effectLst/>
                <a:uLnTx/>
                <a:uFillTx/>
                <a:latin typeface="Daytona" panose="020B0604030500040204" pitchFamily="34" charset="0"/>
                <a:ea typeface="+mn-ea"/>
                <a:cs typeface="Calibri"/>
              </a:rPr>
              <a:t>OBJECTIVE:  DEFINE THE DIRECTION OF THE SALES &amp; PRODUCT TRAINING FOR 2024 AND BEYOND</a:t>
            </a:r>
            <a:endParaRPr kumimoji="0" lang="en-US" sz="1400" b="1" i="0" u="none" strike="noStrike" kern="1200" cap="none" spc="0" normalizeH="0" baseline="0" noProof="0" dirty="0">
              <a:ln>
                <a:noFill/>
              </a:ln>
              <a:effectLst/>
              <a:uLnTx/>
              <a:uFillTx/>
              <a:latin typeface="Daytona" panose="020B0604030500040204" pitchFamily="34" charset="0"/>
              <a:ea typeface="+mn-ea"/>
              <a:cs typeface="Calibri" panose="020F0502020204030204" pitchFamily="34" charset="0"/>
            </a:endParaRPr>
          </a:p>
        </p:txBody>
      </p:sp>
      <p:sp>
        <p:nvSpPr>
          <p:cNvPr id="27" name="Rectangle 26">
            <a:extLst>
              <a:ext uri="{FF2B5EF4-FFF2-40B4-BE49-F238E27FC236}">
                <a16:creationId xmlns:a16="http://schemas.microsoft.com/office/drawing/2014/main" id="{555EB688-CDF6-404E-878C-ACCFDF78D232}"/>
              </a:ext>
            </a:extLst>
          </p:cNvPr>
          <p:cNvSpPr/>
          <p:nvPr/>
        </p:nvSpPr>
        <p:spPr>
          <a:xfrm>
            <a:off x="2709537" y="1958132"/>
            <a:ext cx="225083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1:  Evaluation</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Dealership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Skills assessment to evaluate training needs and create IDP.</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Q1 – All Sales Staff </a:t>
            </a:r>
          </a:p>
        </p:txBody>
      </p:sp>
      <p:graphicFrame>
        <p:nvGraphicFramePr>
          <p:cNvPr id="5" name="Object 4" hidden="1">
            <a:extLst>
              <a:ext uri="{FF2B5EF4-FFF2-40B4-BE49-F238E27FC236}">
                <a16:creationId xmlns:a16="http://schemas.microsoft.com/office/drawing/2014/main" id="{DF10E632-67A9-4A5C-AEBD-9F059CEC2BF4}"/>
              </a:ext>
            </a:extLst>
          </p:cNvPr>
          <p:cNvGraphicFramePr>
            <a:graphicFrameLocks noChangeAspect="1"/>
          </p:cNvGraphicFramePr>
          <p:nvPr>
            <p:custDataLst>
              <p:tags r:id="rId2"/>
            </p:custDataLst>
          </p:nvPr>
        </p:nvGraphicFramePr>
        <p:xfrm>
          <a:off x="1891" y="1723"/>
          <a:ext cx="1620" cy="1620"/>
        </p:xfrm>
        <a:graphic>
          <a:graphicData uri="http://schemas.openxmlformats.org/presentationml/2006/ole">
            <mc:AlternateContent xmlns:mc="http://schemas.openxmlformats.org/markup-compatibility/2006">
              <mc:Choice xmlns:v="urn:schemas-microsoft-com:vml" Requires="v">
                <p:oleObj name="think-cell Slide" r:id="rId6" imgW="408" imgH="408" progId="TCLayout.ActiveDocument.1">
                  <p:embed/>
                </p:oleObj>
              </mc:Choice>
              <mc:Fallback>
                <p:oleObj name="think-cell Slide" r:id="rId6" imgW="408" imgH="408" progId="TCLayout.ActiveDocument.1">
                  <p:embed/>
                  <p:pic>
                    <p:nvPicPr>
                      <p:cNvPr id="5" name="Object 4" hidden="1">
                        <a:extLst>
                          <a:ext uri="{FF2B5EF4-FFF2-40B4-BE49-F238E27FC236}">
                            <a16:creationId xmlns:a16="http://schemas.microsoft.com/office/drawing/2014/main" id="{DF10E632-67A9-4A5C-AEBD-9F059CEC2BF4}"/>
                          </a:ext>
                        </a:extLst>
                      </p:cNvPr>
                      <p:cNvPicPr/>
                      <p:nvPr/>
                    </p:nvPicPr>
                    <p:blipFill>
                      <a:blip r:embed="rId7"/>
                      <a:stretch>
                        <a:fillRect/>
                      </a:stretch>
                    </p:blipFill>
                    <p:spPr>
                      <a:xfrm>
                        <a:off x="1891" y="1723"/>
                        <a:ext cx="1620" cy="1620"/>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B7560AF-45C4-4238-8D47-68935D710E31}"/>
              </a:ext>
            </a:extLst>
          </p:cNvPr>
          <p:cNvSpPr/>
          <p:nvPr>
            <p:custDataLst>
              <p:tags r:id="rId3"/>
            </p:custDataLst>
          </p:nvPr>
        </p:nvSpPr>
        <p:spPr>
          <a:xfrm>
            <a:off x="272" y="104"/>
            <a:ext cx="161968" cy="161968"/>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32954" rtl="0" eaLnBrk="0" fontAlgn="base" latinLnBrk="0" hangingPunct="0">
              <a:lnSpc>
                <a:spcPct val="100000"/>
              </a:lnSpc>
              <a:spcBef>
                <a:spcPct val="0"/>
              </a:spcBef>
              <a:spcAft>
                <a:spcPct val="0"/>
              </a:spcAft>
              <a:buClrTx/>
              <a:buSzTx/>
              <a:buFontTx/>
              <a:buNone/>
              <a:tabLst/>
              <a:defRPr/>
            </a:pPr>
            <a:endParaRPr kumimoji="0" lang="en-US" sz="1428" b="0" i="0" u="none" strike="noStrike" kern="1200" cap="none" spc="0" normalizeH="0" baseline="0" noProof="0" dirty="0">
              <a:ln>
                <a:noFill/>
              </a:ln>
              <a:solidFill>
                <a:srgbClr val="000000"/>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F5D57CA0-1721-4976-856E-F812075F0F87}"/>
              </a:ext>
            </a:extLst>
          </p:cNvPr>
          <p:cNvSpPr>
            <a:spLocks noGrp="1"/>
          </p:cNvSpPr>
          <p:nvPr>
            <p:ph type="title"/>
          </p:nvPr>
        </p:nvSpPr>
        <p:spPr bwMode="auto">
          <a:xfrm>
            <a:off x="164410" y="234962"/>
            <a:ext cx="11724966" cy="314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a:solidFill>
                  <a:schemeClr val="tx2"/>
                </a:solidFill>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Autofit/>
          </a:bodyPr>
          <a:lstStyle/>
          <a:p>
            <a:r>
              <a:rPr lang="en-US" sz="2000" dirty="0"/>
              <a:t>AATC Sales &amp; Product Training Curriculum  </a:t>
            </a:r>
            <a:endParaRPr lang="en-US" sz="2000" b="0" dirty="0"/>
          </a:p>
        </p:txBody>
      </p:sp>
      <p:sp>
        <p:nvSpPr>
          <p:cNvPr id="10" name="Rectangle 9">
            <a:extLst>
              <a:ext uri="{FF2B5EF4-FFF2-40B4-BE49-F238E27FC236}">
                <a16:creationId xmlns:a16="http://schemas.microsoft.com/office/drawing/2014/main" id="{555EB688-CDF6-404E-878C-ACCFDF78D232}"/>
              </a:ext>
            </a:extLst>
          </p:cNvPr>
          <p:cNvSpPr/>
          <p:nvPr/>
        </p:nvSpPr>
        <p:spPr>
          <a:xfrm>
            <a:off x="472989" y="1964430"/>
            <a:ext cx="212488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1:  Introduction</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E-Learning:</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Web based introduction to vehicle</a:t>
            </a:r>
          </a:p>
        </p:txBody>
      </p:sp>
      <p:sp>
        <p:nvSpPr>
          <p:cNvPr id="93" name="Rectangle 92">
            <a:extLst>
              <a:ext uri="{FF2B5EF4-FFF2-40B4-BE49-F238E27FC236}">
                <a16:creationId xmlns:a16="http://schemas.microsoft.com/office/drawing/2014/main" id="{555EB688-CDF6-404E-878C-ACCFDF78D232}"/>
              </a:ext>
            </a:extLst>
          </p:cNvPr>
          <p:cNvSpPr/>
          <p:nvPr/>
        </p:nvSpPr>
        <p:spPr>
          <a:xfrm>
            <a:off x="472985" y="2871596"/>
            <a:ext cx="212488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2:  Static Training</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Off Site F2F &amp; F2V:</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Training held with vehicles present at Hotel, or appropriate location.</a:t>
            </a:r>
          </a:p>
          <a:p>
            <a:pPr marL="0" marR="0" lvl="0" indent="0" algn="l" defTabSz="932962"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97" name="Rectangle 96">
            <a:extLst>
              <a:ext uri="{FF2B5EF4-FFF2-40B4-BE49-F238E27FC236}">
                <a16:creationId xmlns:a16="http://schemas.microsoft.com/office/drawing/2014/main" id="{555EB688-CDF6-404E-878C-ACCFDF78D232}"/>
              </a:ext>
            </a:extLst>
          </p:cNvPr>
          <p:cNvSpPr/>
          <p:nvPr/>
        </p:nvSpPr>
        <p:spPr>
          <a:xfrm>
            <a:off x="472985" y="3778762"/>
            <a:ext cx="212488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STAGE 3:  Dynamic Training</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In Dealer F2F &amp; F2V:</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Training spent entirely around the vehicle.  Including Test Drive.</a:t>
            </a:r>
          </a:p>
        </p:txBody>
      </p:sp>
      <p:sp>
        <p:nvSpPr>
          <p:cNvPr id="99" name="Rectangle 98">
            <a:extLst>
              <a:ext uri="{FF2B5EF4-FFF2-40B4-BE49-F238E27FC236}">
                <a16:creationId xmlns:a16="http://schemas.microsoft.com/office/drawing/2014/main" id="{555EB688-CDF6-404E-878C-ACCFDF78D232}"/>
              </a:ext>
            </a:extLst>
          </p:cNvPr>
          <p:cNvSpPr/>
          <p:nvPr/>
        </p:nvSpPr>
        <p:spPr>
          <a:xfrm>
            <a:off x="472985" y="4685928"/>
            <a:ext cx="212488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STAGE 4:  T4NT</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Basic understanding of the modern Automobile.</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EV Level 1 </a:t>
            </a:r>
          </a:p>
        </p:txBody>
      </p:sp>
      <p:sp>
        <p:nvSpPr>
          <p:cNvPr id="101" name="Rectangle 100">
            <a:extLst>
              <a:ext uri="{FF2B5EF4-FFF2-40B4-BE49-F238E27FC236}">
                <a16:creationId xmlns:a16="http://schemas.microsoft.com/office/drawing/2014/main" id="{555EB688-CDF6-404E-878C-ACCFDF78D232}"/>
              </a:ext>
            </a:extLst>
          </p:cNvPr>
          <p:cNvSpPr/>
          <p:nvPr/>
        </p:nvSpPr>
        <p:spPr>
          <a:xfrm>
            <a:off x="2709545" y="2865298"/>
            <a:ext cx="225083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2:  Overview</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Introduction to Premium Sales.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Overview of the Sales Process.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Q2 – All Sales Staff &amp; GROs</a:t>
            </a:r>
          </a:p>
        </p:txBody>
      </p:sp>
      <p:sp>
        <p:nvSpPr>
          <p:cNvPr id="103" name="Rectangle 102">
            <a:extLst>
              <a:ext uri="{FF2B5EF4-FFF2-40B4-BE49-F238E27FC236}">
                <a16:creationId xmlns:a16="http://schemas.microsoft.com/office/drawing/2014/main" id="{555EB688-CDF6-404E-878C-ACCFDF78D232}"/>
              </a:ext>
            </a:extLst>
          </p:cNvPr>
          <p:cNvSpPr/>
          <p:nvPr/>
        </p:nvSpPr>
        <p:spPr>
          <a:xfrm>
            <a:off x="2709543" y="3772464"/>
            <a:ext cx="225083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3:  Modular Deep Dives</a:t>
            </a: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AATC / Dealership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Greeting, Qualification, Present &amp; Demo, Neg &amp; Closing, Deliver, FU</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Q3 – All Sales Staff </a:t>
            </a:r>
            <a:endPar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105" name="Rectangle 104">
            <a:extLst>
              <a:ext uri="{FF2B5EF4-FFF2-40B4-BE49-F238E27FC236}">
                <a16:creationId xmlns:a16="http://schemas.microsoft.com/office/drawing/2014/main" id="{555EB688-CDF6-404E-878C-ACCFDF78D232}"/>
              </a:ext>
            </a:extLst>
          </p:cNvPr>
          <p:cNvSpPr/>
          <p:nvPr/>
        </p:nvSpPr>
        <p:spPr>
          <a:xfrm>
            <a:off x="2709543" y="4679630"/>
            <a:ext cx="225083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4:  Verification</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Dealership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Final examination to ensure skills are embedded.</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Q4 – All Sales Staff</a:t>
            </a:r>
          </a:p>
        </p:txBody>
      </p:sp>
      <p:sp>
        <p:nvSpPr>
          <p:cNvPr id="111" name="Rectangle 110">
            <a:extLst>
              <a:ext uri="{FF2B5EF4-FFF2-40B4-BE49-F238E27FC236}">
                <a16:creationId xmlns:a16="http://schemas.microsoft.com/office/drawing/2014/main" id="{555EB688-CDF6-404E-878C-ACCFDF78D232}"/>
              </a:ext>
            </a:extLst>
          </p:cNvPr>
          <p:cNvSpPr/>
          <p:nvPr/>
        </p:nvSpPr>
        <p:spPr>
          <a:xfrm>
            <a:off x="5072088" y="1958132"/>
            <a:ext cx="230121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1:  Comms Techniques</a:t>
            </a: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E-Learning &amp; 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Telephone, Verbal, Written, Social Media.</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Q1 – All Customer Facing Staff</a:t>
            </a:r>
          </a:p>
          <a:p>
            <a:pPr marL="0" marR="0" lvl="0" indent="0" algn="l" defTabSz="932962"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113" name="Rectangle 112">
            <a:extLst>
              <a:ext uri="{FF2B5EF4-FFF2-40B4-BE49-F238E27FC236}">
                <a16:creationId xmlns:a16="http://schemas.microsoft.com/office/drawing/2014/main" id="{555EB688-CDF6-404E-878C-ACCFDF78D232}"/>
              </a:ext>
            </a:extLst>
          </p:cNvPr>
          <p:cNvSpPr/>
          <p:nvPr/>
        </p:nvSpPr>
        <p:spPr>
          <a:xfrm>
            <a:off x="5072085" y="2865298"/>
            <a:ext cx="230121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2:  Customer Centricity</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Putting the customer at the center of everything.</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Q2 – All Customer Facing Staff</a:t>
            </a:r>
          </a:p>
        </p:txBody>
      </p:sp>
      <p:sp>
        <p:nvSpPr>
          <p:cNvPr id="127" name="Rectangle 126">
            <a:extLst>
              <a:ext uri="{FF2B5EF4-FFF2-40B4-BE49-F238E27FC236}">
                <a16:creationId xmlns:a16="http://schemas.microsoft.com/office/drawing/2014/main" id="{555EB688-CDF6-404E-878C-ACCFDF78D232}"/>
              </a:ext>
            </a:extLst>
          </p:cNvPr>
          <p:cNvSpPr/>
          <p:nvPr/>
        </p:nvSpPr>
        <p:spPr>
          <a:xfrm>
            <a:off x="5072085" y="3766691"/>
            <a:ext cx="230121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3:  Customer Comms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ATCC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Communications techniques for customer personality types.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Q3 – All Customer Facing Staff</a:t>
            </a:r>
          </a:p>
          <a:p>
            <a:pPr marL="0" marR="0" lvl="0" indent="0" algn="l" defTabSz="932962"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43" name="Rectangle 42">
            <a:extLst>
              <a:ext uri="{FF2B5EF4-FFF2-40B4-BE49-F238E27FC236}">
                <a16:creationId xmlns:a16="http://schemas.microsoft.com/office/drawing/2014/main" id="{555EB688-CDF6-404E-878C-ACCFDF78D232}"/>
              </a:ext>
            </a:extLst>
          </p:cNvPr>
          <p:cNvSpPr/>
          <p:nvPr/>
        </p:nvSpPr>
        <p:spPr>
          <a:xfrm>
            <a:off x="7484989" y="1970728"/>
            <a:ext cx="2055609"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1:  Brand History</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E-Learning &amp; 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Origins of the Brand and their development over the years</a:t>
            </a:r>
          </a:p>
        </p:txBody>
      </p:sp>
      <p:sp>
        <p:nvSpPr>
          <p:cNvPr id="44" name="Rectangle 43">
            <a:extLst>
              <a:ext uri="{FF2B5EF4-FFF2-40B4-BE49-F238E27FC236}">
                <a16:creationId xmlns:a16="http://schemas.microsoft.com/office/drawing/2014/main" id="{555EB688-CDF6-404E-878C-ACCFDF78D232}"/>
              </a:ext>
            </a:extLst>
          </p:cNvPr>
          <p:cNvSpPr/>
          <p:nvPr/>
        </p:nvSpPr>
        <p:spPr>
          <a:xfrm>
            <a:off x="7484986" y="2877894"/>
            <a:ext cx="2055609"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2:  Brand Products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E-Learning &amp; 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Vehicles, Past, Present &amp; Future.</a:t>
            </a:r>
          </a:p>
        </p:txBody>
      </p:sp>
      <p:sp>
        <p:nvSpPr>
          <p:cNvPr id="45" name="Rectangle 44">
            <a:extLst>
              <a:ext uri="{FF2B5EF4-FFF2-40B4-BE49-F238E27FC236}">
                <a16:creationId xmlns:a16="http://schemas.microsoft.com/office/drawing/2014/main" id="{555EB688-CDF6-404E-878C-ACCFDF78D232}"/>
              </a:ext>
            </a:extLst>
          </p:cNvPr>
          <p:cNvSpPr/>
          <p:nvPr/>
        </p:nvSpPr>
        <p:spPr>
          <a:xfrm>
            <a:off x="7484986" y="3779287"/>
            <a:ext cx="2055609"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3:  Brand Principles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E-Learning &amp; 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What are the core principles of the Brand </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 </a:t>
            </a:r>
          </a:p>
        </p:txBody>
      </p:sp>
      <p:sp>
        <p:nvSpPr>
          <p:cNvPr id="28" name="Rectangle 27">
            <a:extLst>
              <a:ext uri="{FF2B5EF4-FFF2-40B4-BE49-F238E27FC236}">
                <a16:creationId xmlns:a16="http://schemas.microsoft.com/office/drawing/2014/main" id="{555EB688-CDF6-404E-878C-ACCFDF78D232}"/>
              </a:ext>
            </a:extLst>
          </p:cNvPr>
          <p:cNvSpPr/>
          <p:nvPr/>
        </p:nvSpPr>
        <p:spPr>
          <a:xfrm>
            <a:off x="5072085" y="4683366"/>
            <a:ext cx="230121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4:  Emotional Intelligence</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ATCC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How to use your emotions to build better relationships.</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Q4 – All Customer Facing Staff</a:t>
            </a:r>
          </a:p>
          <a:p>
            <a:pPr marL="0" marR="0" lvl="0" indent="0" algn="l" defTabSz="932962"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4" name="Rectangle 3">
            <a:extLst>
              <a:ext uri="{FF2B5EF4-FFF2-40B4-BE49-F238E27FC236}">
                <a16:creationId xmlns:a16="http://schemas.microsoft.com/office/drawing/2014/main" id="{B7C2DFDF-480C-78B0-312E-A4968A892A13}"/>
              </a:ext>
            </a:extLst>
          </p:cNvPr>
          <p:cNvSpPr/>
          <p:nvPr/>
        </p:nvSpPr>
        <p:spPr>
          <a:xfrm>
            <a:off x="9714310" y="1977024"/>
            <a:ext cx="2055609" cy="1319789"/>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STAGE 1:  Showroom Control</a:t>
            </a:r>
            <a:endPar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KPI's, Sales Funnel, Financials, Conversion rates, </a:t>
            </a: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a:p>
            <a:pPr marL="0" marR="0" lvl="0" indent="0" algn="l" defTabSz="932962" rtl="0" eaLnBrk="1" fontAlgn="auto"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Team Management</a:t>
            </a:r>
          </a:p>
          <a:p>
            <a:pPr marL="0" marR="0" lvl="0" indent="0" algn="l" defTabSz="932962" rtl="0" eaLnBrk="1" fontAlgn="auto"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a:ea typeface="+mn-ea"/>
              <a:cs typeface="+mn-cs"/>
            </a:endParaRPr>
          </a:p>
          <a:p>
            <a:pPr marL="0" marR="0" lvl="0" indent="0" algn="l" defTabSz="932962" rtl="0" eaLnBrk="1" fontAlgn="auto"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a:ea typeface="+mn-ea"/>
              <a:cs typeface="+mn-cs"/>
            </a:endParaRPr>
          </a:p>
          <a:p>
            <a:pPr marL="0" marR="0" lvl="0" indent="0" algn="l" defTabSz="932962" rtl="0" eaLnBrk="1" fontAlgn="auto"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H1 – All Sales Mangers  </a:t>
            </a:r>
            <a:endPar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7" name="Rectangle 6">
            <a:extLst>
              <a:ext uri="{FF2B5EF4-FFF2-40B4-BE49-F238E27FC236}">
                <a16:creationId xmlns:a16="http://schemas.microsoft.com/office/drawing/2014/main" id="{A886BC17-009C-4D52-7267-1CB02E250572}"/>
              </a:ext>
            </a:extLst>
          </p:cNvPr>
          <p:cNvSpPr/>
          <p:nvPr/>
        </p:nvSpPr>
        <p:spPr>
          <a:xfrm>
            <a:off x="9714310" y="3420594"/>
            <a:ext cx="2055609" cy="1382985"/>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STAGE 2:  Leadership</a:t>
            </a:r>
            <a:endPar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AATC F2F:</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Maximize team effectiveness,</a:t>
            </a:r>
          </a:p>
          <a:p>
            <a:pPr marL="0" marR="0" lvl="0" indent="0" algn="l" defTabSz="932962" rtl="0" eaLnBrk="1" fontAlgn="auto"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Coaching, Mentoring, Succession Planning</a:t>
            </a:r>
          </a:p>
          <a:p>
            <a:pPr marL="0" marR="0" lvl="0" indent="0" algn="l" defTabSz="932962" rtl="0" eaLnBrk="1" fontAlgn="auto"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a:ea typeface="+mn-ea"/>
              <a:cs typeface="+mn-cs"/>
            </a:endParaRPr>
          </a:p>
          <a:p>
            <a:pPr marL="0" marR="0" lvl="0" indent="0" algn="l" defTabSz="932962" rtl="0" eaLnBrk="1" fontAlgn="auto"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a:ea typeface="+mn-ea"/>
              <a:cs typeface="+mn-cs"/>
            </a:endParaRPr>
          </a:p>
          <a:p>
            <a:pPr marL="0" marR="0" lvl="0" indent="0" algn="l" defTabSz="932962" rtl="0" eaLnBrk="1" fontAlgn="auto" latinLnBrk="0" hangingPunct="1">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H1 – All Sales Managers  </a:t>
            </a:r>
            <a:endPar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8" name="Rectangle 7">
            <a:extLst>
              <a:ext uri="{FF2B5EF4-FFF2-40B4-BE49-F238E27FC236}">
                <a16:creationId xmlns:a16="http://schemas.microsoft.com/office/drawing/2014/main" id="{A98BD23C-5D2F-3503-C1B1-09E0FFBC3964}"/>
              </a:ext>
            </a:extLst>
          </p:cNvPr>
          <p:cNvSpPr/>
          <p:nvPr/>
        </p:nvSpPr>
        <p:spPr>
          <a:xfrm>
            <a:off x="9714309" y="4824041"/>
            <a:ext cx="2055609"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STAGE 3:  Project </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Real Life project to improve performance in own dealership</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panose="020B0604030500040204" pitchFamily="34" charset="0"/>
                <a:ea typeface="+mn-ea"/>
                <a:cs typeface="+mn-cs"/>
              </a:rPr>
              <a:t>H2- All Sales Managers </a:t>
            </a:r>
          </a:p>
          <a:p>
            <a:pPr marL="0" marR="0" lvl="0" indent="0" algn="l" defTabSz="932962" rtl="0" eaLnBrk="0" fontAlgn="base" latinLnBrk="0" hangingPunct="0">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Daytona" panose="020B0604030500040204" pitchFamily="34" charset="0"/>
              <a:ea typeface="+mn-ea"/>
              <a:cs typeface="+mn-cs"/>
            </a:endParaRPr>
          </a:p>
        </p:txBody>
      </p:sp>
      <p:sp>
        <p:nvSpPr>
          <p:cNvPr id="13" name="Rectangle 12">
            <a:extLst>
              <a:ext uri="{FF2B5EF4-FFF2-40B4-BE49-F238E27FC236}">
                <a16:creationId xmlns:a16="http://schemas.microsoft.com/office/drawing/2014/main" id="{3827A09E-4446-669D-02E4-5A67201CED69}"/>
              </a:ext>
            </a:extLst>
          </p:cNvPr>
          <p:cNvSpPr/>
          <p:nvPr/>
        </p:nvSpPr>
        <p:spPr>
          <a:xfrm>
            <a:off x="472985" y="5593094"/>
            <a:ext cx="2124882" cy="847017"/>
          </a:xfrm>
          <a:prstGeom prst="rect">
            <a:avLst/>
          </a:prstGeom>
          <a:ln>
            <a:noFill/>
            <a:extLst>
              <a:ext uri="{C807C97D-BFC1-408E-A445-0C87EB9F89A2}">
                <ask:lineSketchStyleProps xmlns:ask="http://schemas.microsoft.com/office/drawing/2018/sketchyshapes">
                  <ask:type>
                    <ask:lineSketchNone/>
                  </ask:type>
                </ask:lineSketchStyleProps>
              </a:ext>
            </a:extLst>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Daytona"/>
                <a:ea typeface="+mn-ea"/>
                <a:cs typeface="+mn-cs"/>
              </a:rPr>
              <a:t>STAGE 5:  Repository of Info</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E-Learning:</a:t>
            </a:r>
          </a:p>
          <a:p>
            <a:pPr marL="0" marR="0" lvl="0" indent="0" algn="l" defTabSz="932962"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Daytona"/>
                <a:ea typeface="+mn-ea"/>
                <a:cs typeface="+mn-cs"/>
              </a:rPr>
              <a:t>All Product Launch information to be stored with easy access for NS</a:t>
            </a:r>
          </a:p>
        </p:txBody>
      </p:sp>
      <p:sp>
        <p:nvSpPr>
          <p:cNvPr id="21" name="Rectangle: Rounded Corners 20">
            <a:extLst>
              <a:ext uri="{FF2B5EF4-FFF2-40B4-BE49-F238E27FC236}">
                <a16:creationId xmlns:a16="http://schemas.microsoft.com/office/drawing/2014/main" id="{24A0CC20-13A4-9964-4079-6CE3127208F2}"/>
              </a:ext>
            </a:extLst>
          </p:cNvPr>
          <p:cNvSpPr/>
          <p:nvPr/>
        </p:nvSpPr>
        <p:spPr>
          <a:xfrm>
            <a:off x="472984" y="1975683"/>
            <a:ext cx="212483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2" name="Rectangle: Rounded Corners 21">
            <a:extLst>
              <a:ext uri="{FF2B5EF4-FFF2-40B4-BE49-F238E27FC236}">
                <a16:creationId xmlns:a16="http://schemas.microsoft.com/office/drawing/2014/main" id="{6D255810-784D-8FC6-9A69-2D0357E1A5D0}"/>
              </a:ext>
            </a:extLst>
          </p:cNvPr>
          <p:cNvSpPr/>
          <p:nvPr/>
        </p:nvSpPr>
        <p:spPr>
          <a:xfrm>
            <a:off x="472984" y="2863643"/>
            <a:ext cx="212483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3" name="Rectangle: Rounded Corners 22">
            <a:extLst>
              <a:ext uri="{FF2B5EF4-FFF2-40B4-BE49-F238E27FC236}">
                <a16:creationId xmlns:a16="http://schemas.microsoft.com/office/drawing/2014/main" id="{32BD08C4-3618-4F1A-417A-6D35BF9E63FF}"/>
              </a:ext>
            </a:extLst>
          </p:cNvPr>
          <p:cNvSpPr/>
          <p:nvPr/>
        </p:nvSpPr>
        <p:spPr>
          <a:xfrm>
            <a:off x="472983" y="3789389"/>
            <a:ext cx="212483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4" name="Rectangle: Rounded Corners 23">
            <a:extLst>
              <a:ext uri="{FF2B5EF4-FFF2-40B4-BE49-F238E27FC236}">
                <a16:creationId xmlns:a16="http://schemas.microsoft.com/office/drawing/2014/main" id="{973192BA-10D4-4049-42E4-F5E5B8BD25C0}"/>
              </a:ext>
            </a:extLst>
          </p:cNvPr>
          <p:cNvSpPr/>
          <p:nvPr/>
        </p:nvSpPr>
        <p:spPr>
          <a:xfrm>
            <a:off x="472982" y="4696555"/>
            <a:ext cx="212483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5" name="Rectangle: Rounded Corners 24">
            <a:extLst>
              <a:ext uri="{FF2B5EF4-FFF2-40B4-BE49-F238E27FC236}">
                <a16:creationId xmlns:a16="http://schemas.microsoft.com/office/drawing/2014/main" id="{AA21F959-E7A4-D7F7-E1C4-32776909B65F}"/>
              </a:ext>
            </a:extLst>
          </p:cNvPr>
          <p:cNvSpPr/>
          <p:nvPr/>
        </p:nvSpPr>
        <p:spPr>
          <a:xfrm>
            <a:off x="472982" y="5601792"/>
            <a:ext cx="212483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6" name="Rectangle: Rounded Corners 25">
            <a:extLst>
              <a:ext uri="{FF2B5EF4-FFF2-40B4-BE49-F238E27FC236}">
                <a16:creationId xmlns:a16="http://schemas.microsoft.com/office/drawing/2014/main" id="{6DC40D4F-0E97-92EE-1AA5-7FFC6003929E}"/>
              </a:ext>
            </a:extLst>
          </p:cNvPr>
          <p:cNvSpPr/>
          <p:nvPr/>
        </p:nvSpPr>
        <p:spPr>
          <a:xfrm>
            <a:off x="2705902" y="1975683"/>
            <a:ext cx="2250831"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FC333D11-6237-3615-6102-CCE8D954608B}"/>
              </a:ext>
            </a:extLst>
          </p:cNvPr>
          <p:cNvSpPr/>
          <p:nvPr/>
        </p:nvSpPr>
        <p:spPr>
          <a:xfrm>
            <a:off x="2705902" y="2863643"/>
            <a:ext cx="2250831"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0" name="Rectangle: Rounded Corners 29">
            <a:extLst>
              <a:ext uri="{FF2B5EF4-FFF2-40B4-BE49-F238E27FC236}">
                <a16:creationId xmlns:a16="http://schemas.microsoft.com/office/drawing/2014/main" id="{10371D04-BA99-6E27-1BBE-26E65A94B6AD}"/>
              </a:ext>
            </a:extLst>
          </p:cNvPr>
          <p:cNvSpPr/>
          <p:nvPr/>
        </p:nvSpPr>
        <p:spPr>
          <a:xfrm>
            <a:off x="2705901" y="3789389"/>
            <a:ext cx="2250831"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1" name="Rectangle: Rounded Corners 30">
            <a:extLst>
              <a:ext uri="{FF2B5EF4-FFF2-40B4-BE49-F238E27FC236}">
                <a16:creationId xmlns:a16="http://schemas.microsoft.com/office/drawing/2014/main" id="{0B1633D0-364E-828D-6F0A-79096054FD4E}"/>
              </a:ext>
            </a:extLst>
          </p:cNvPr>
          <p:cNvSpPr/>
          <p:nvPr/>
        </p:nvSpPr>
        <p:spPr>
          <a:xfrm>
            <a:off x="2705900" y="4696555"/>
            <a:ext cx="2250831"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F0E81E2A-1319-DCF5-7BE5-3D1F8AB367E2}"/>
              </a:ext>
            </a:extLst>
          </p:cNvPr>
          <p:cNvSpPr/>
          <p:nvPr/>
        </p:nvSpPr>
        <p:spPr>
          <a:xfrm>
            <a:off x="5072033" y="1975683"/>
            <a:ext cx="2301212"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6654DE5D-2BFA-5DCB-D452-4CE8BE77E2D7}"/>
              </a:ext>
            </a:extLst>
          </p:cNvPr>
          <p:cNvSpPr/>
          <p:nvPr/>
        </p:nvSpPr>
        <p:spPr>
          <a:xfrm>
            <a:off x="5072033" y="2863643"/>
            <a:ext cx="2301212"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829DD2FC-2A39-B843-DB58-3E429DDC36B1}"/>
              </a:ext>
            </a:extLst>
          </p:cNvPr>
          <p:cNvSpPr/>
          <p:nvPr/>
        </p:nvSpPr>
        <p:spPr>
          <a:xfrm>
            <a:off x="5072032" y="3789389"/>
            <a:ext cx="2301212"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13AF9D84-0B76-1D7B-C6B9-336B87CF6B07}"/>
              </a:ext>
            </a:extLst>
          </p:cNvPr>
          <p:cNvSpPr/>
          <p:nvPr/>
        </p:nvSpPr>
        <p:spPr>
          <a:xfrm>
            <a:off x="5072031" y="4696555"/>
            <a:ext cx="2301212"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EB34C4DC-EE49-6BB4-EADE-D06A4AB462DE}"/>
              </a:ext>
            </a:extLst>
          </p:cNvPr>
          <p:cNvSpPr/>
          <p:nvPr/>
        </p:nvSpPr>
        <p:spPr>
          <a:xfrm>
            <a:off x="7494452" y="1975683"/>
            <a:ext cx="204614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E90631A7-82A0-6F17-8296-5131482DA956}"/>
              </a:ext>
            </a:extLst>
          </p:cNvPr>
          <p:cNvSpPr/>
          <p:nvPr/>
        </p:nvSpPr>
        <p:spPr>
          <a:xfrm>
            <a:off x="7494452" y="2863643"/>
            <a:ext cx="204614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D73190CE-3D1F-1734-3D26-C8AFBD8CBEC2}"/>
              </a:ext>
            </a:extLst>
          </p:cNvPr>
          <p:cNvSpPr/>
          <p:nvPr/>
        </p:nvSpPr>
        <p:spPr>
          <a:xfrm>
            <a:off x="7494451" y="3789389"/>
            <a:ext cx="2046143"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163EA5E3-7AEE-C8AA-880C-FDECE162D7E4}"/>
              </a:ext>
            </a:extLst>
          </p:cNvPr>
          <p:cNvSpPr/>
          <p:nvPr/>
        </p:nvSpPr>
        <p:spPr>
          <a:xfrm>
            <a:off x="9717946" y="1975682"/>
            <a:ext cx="2051971" cy="1319789"/>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0" name="Rectangle: Rounded Corners 39">
            <a:extLst>
              <a:ext uri="{FF2B5EF4-FFF2-40B4-BE49-F238E27FC236}">
                <a16:creationId xmlns:a16="http://schemas.microsoft.com/office/drawing/2014/main" id="{AB810F30-FEA5-9DEB-C598-1336967F1B6D}"/>
              </a:ext>
            </a:extLst>
          </p:cNvPr>
          <p:cNvSpPr/>
          <p:nvPr/>
        </p:nvSpPr>
        <p:spPr>
          <a:xfrm>
            <a:off x="9714308" y="3368935"/>
            <a:ext cx="2055609" cy="1382984"/>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9BAF9717-4A54-9F32-3279-BAE89D04908F}"/>
              </a:ext>
            </a:extLst>
          </p:cNvPr>
          <p:cNvSpPr/>
          <p:nvPr/>
        </p:nvSpPr>
        <p:spPr>
          <a:xfrm>
            <a:off x="9714308" y="4824041"/>
            <a:ext cx="2055609" cy="842062"/>
          </a:xfrm>
          <a:prstGeom prst="roundRect">
            <a:avLst/>
          </a:prstGeom>
          <a:noFill/>
          <a:ln w="12700" cap="flat" cmpd="sng" algn="ctr">
            <a:solidFill>
              <a:srgbClr val="5B9BD5">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181589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https://euc-powerpoint.officeapps.live.com/pods/GetClipboardImage.ashx?Id=b3234493-ec60-4c7f-89f6-b93ac8879f43&amp;DC=GEU9&amp;pkey=e077fcd9-c34d-43b6-b8e4-fde41ae19874&amp;wdwaccluster=GEU9">
            <a:extLst>
              <a:ext uri="{FF2B5EF4-FFF2-40B4-BE49-F238E27FC236}">
                <a16:creationId xmlns:a16="http://schemas.microsoft.com/office/drawing/2014/main" id="{AAE1220B-42F2-B8D7-158A-1EF80F7E8BB2}"/>
              </a:ext>
            </a:extLst>
          </p:cNvPr>
          <p:cNvSpPr txBox="1">
            <a:spLocks noChangeAspect="1" noChangeArrowheads="1"/>
          </p:cNvSpPr>
          <p:nvPr/>
        </p:nvSpPr>
        <p:spPr bwMode="auto">
          <a:xfrm>
            <a:off x="0" y="80682"/>
            <a:ext cx="6315423" cy="4303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Product Launches – 2024 Timeline  </a:t>
            </a:r>
          </a:p>
        </p:txBody>
      </p:sp>
      <p:sp>
        <p:nvSpPr>
          <p:cNvPr id="16" name="Rectangle: Rounded Corners 15">
            <a:extLst>
              <a:ext uri="{FF2B5EF4-FFF2-40B4-BE49-F238E27FC236}">
                <a16:creationId xmlns:a16="http://schemas.microsoft.com/office/drawing/2014/main" id="{DF1FB36B-6A3D-04CC-91FE-B80F1654E449}"/>
              </a:ext>
            </a:extLst>
          </p:cNvPr>
          <p:cNvSpPr/>
          <p:nvPr/>
        </p:nvSpPr>
        <p:spPr>
          <a:xfrm>
            <a:off x="1584036" y="557784"/>
            <a:ext cx="1752479" cy="422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TE - Stellantis</a:t>
            </a:r>
          </a:p>
        </p:txBody>
      </p:sp>
      <p:sp>
        <p:nvSpPr>
          <p:cNvPr id="24" name="Rectangle: Rounded Corners 23">
            <a:extLst>
              <a:ext uri="{FF2B5EF4-FFF2-40B4-BE49-F238E27FC236}">
                <a16:creationId xmlns:a16="http://schemas.microsoft.com/office/drawing/2014/main" id="{85D51FD2-54FB-5981-1269-9090B78611C6}"/>
              </a:ext>
            </a:extLst>
          </p:cNvPr>
          <p:cNvSpPr/>
          <p:nvPr/>
        </p:nvSpPr>
        <p:spPr>
          <a:xfrm>
            <a:off x="169481" y="1512392"/>
            <a:ext cx="1268205" cy="5808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Q1</a:t>
            </a:r>
          </a:p>
        </p:txBody>
      </p:sp>
      <p:sp>
        <p:nvSpPr>
          <p:cNvPr id="25" name="Rectangle: Rounded Corners 24">
            <a:extLst>
              <a:ext uri="{FF2B5EF4-FFF2-40B4-BE49-F238E27FC236}">
                <a16:creationId xmlns:a16="http://schemas.microsoft.com/office/drawing/2014/main" id="{5E6A3C18-D972-4330-423B-8CB8835C1987}"/>
              </a:ext>
            </a:extLst>
          </p:cNvPr>
          <p:cNvSpPr/>
          <p:nvPr/>
        </p:nvSpPr>
        <p:spPr>
          <a:xfrm>
            <a:off x="169482" y="2150288"/>
            <a:ext cx="1268205" cy="5808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Q2</a:t>
            </a:r>
          </a:p>
        </p:txBody>
      </p:sp>
      <p:sp>
        <p:nvSpPr>
          <p:cNvPr id="26" name="Rectangle: Rounded Corners 25">
            <a:extLst>
              <a:ext uri="{FF2B5EF4-FFF2-40B4-BE49-F238E27FC236}">
                <a16:creationId xmlns:a16="http://schemas.microsoft.com/office/drawing/2014/main" id="{C476D5E3-2BA5-D284-BD12-8FDF22657585}"/>
              </a:ext>
            </a:extLst>
          </p:cNvPr>
          <p:cNvSpPr/>
          <p:nvPr/>
        </p:nvSpPr>
        <p:spPr>
          <a:xfrm>
            <a:off x="169481" y="2795451"/>
            <a:ext cx="1268205" cy="5808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Q3</a:t>
            </a:r>
          </a:p>
        </p:txBody>
      </p:sp>
      <p:sp>
        <p:nvSpPr>
          <p:cNvPr id="27" name="Rectangle: Rounded Corners 26">
            <a:extLst>
              <a:ext uri="{FF2B5EF4-FFF2-40B4-BE49-F238E27FC236}">
                <a16:creationId xmlns:a16="http://schemas.microsoft.com/office/drawing/2014/main" id="{115B38DC-1499-AF53-C356-DF788D3EC217}"/>
              </a:ext>
            </a:extLst>
          </p:cNvPr>
          <p:cNvSpPr/>
          <p:nvPr/>
        </p:nvSpPr>
        <p:spPr>
          <a:xfrm>
            <a:off x="173736" y="3443244"/>
            <a:ext cx="1268205" cy="5808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Q4</a:t>
            </a:r>
          </a:p>
        </p:txBody>
      </p:sp>
      <p:sp>
        <p:nvSpPr>
          <p:cNvPr id="44" name="Rectangle: Rounded Corners 43">
            <a:extLst>
              <a:ext uri="{FF2B5EF4-FFF2-40B4-BE49-F238E27FC236}">
                <a16:creationId xmlns:a16="http://schemas.microsoft.com/office/drawing/2014/main" id="{7BE1125D-A110-4ACE-C4DE-596429AA11D3}"/>
              </a:ext>
            </a:extLst>
          </p:cNvPr>
          <p:cNvSpPr/>
          <p:nvPr/>
        </p:nvSpPr>
        <p:spPr>
          <a:xfrm>
            <a:off x="169481" y="4863121"/>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Sales Manager</a:t>
            </a:r>
          </a:p>
        </p:txBody>
      </p:sp>
      <p:sp>
        <p:nvSpPr>
          <p:cNvPr id="48" name="Rectangle: Rounded Corners 47">
            <a:extLst>
              <a:ext uri="{FF2B5EF4-FFF2-40B4-BE49-F238E27FC236}">
                <a16:creationId xmlns:a16="http://schemas.microsoft.com/office/drawing/2014/main" id="{EE0320FF-47F2-EF2D-6D4F-240C2932825C}"/>
              </a:ext>
            </a:extLst>
          </p:cNvPr>
          <p:cNvSpPr/>
          <p:nvPr/>
        </p:nvSpPr>
        <p:spPr>
          <a:xfrm>
            <a:off x="162553" y="4217384"/>
            <a:ext cx="1268205" cy="2722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STAFF</a:t>
            </a:r>
          </a:p>
        </p:txBody>
      </p:sp>
      <p:sp>
        <p:nvSpPr>
          <p:cNvPr id="49" name="Rectangle: Rounded Corners 48">
            <a:extLst>
              <a:ext uri="{FF2B5EF4-FFF2-40B4-BE49-F238E27FC236}">
                <a16:creationId xmlns:a16="http://schemas.microsoft.com/office/drawing/2014/main" id="{1A421F22-DDD0-2A4D-E9B7-953D810A4228}"/>
              </a:ext>
            </a:extLst>
          </p:cNvPr>
          <p:cNvSpPr/>
          <p:nvPr/>
        </p:nvSpPr>
        <p:spPr>
          <a:xfrm>
            <a:off x="169481" y="5175504"/>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Sales Executive</a:t>
            </a:r>
          </a:p>
        </p:txBody>
      </p:sp>
      <p:sp>
        <p:nvSpPr>
          <p:cNvPr id="50" name="Rectangle: Rounded Corners 49">
            <a:extLst>
              <a:ext uri="{FF2B5EF4-FFF2-40B4-BE49-F238E27FC236}">
                <a16:creationId xmlns:a16="http://schemas.microsoft.com/office/drawing/2014/main" id="{739B30E8-2020-AC6F-D822-39604841106D}"/>
              </a:ext>
            </a:extLst>
          </p:cNvPr>
          <p:cNvSpPr/>
          <p:nvPr/>
        </p:nvSpPr>
        <p:spPr>
          <a:xfrm>
            <a:off x="177801" y="5486400"/>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Service Manager</a:t>
            </a:r>
          </a:p>
        </p:txBody>
      </p:sp>
      <p:sp>
        <p:nvSpPr>
          <p:cNvPr id="51" name="Rectangle: Rounded Corners 50">
            <a:extLst>
              <a:ext uri="{FF2B5EF4-FFF2-40B4-BE49-F238E27FC236}">
                <a16:creationId xmlns:a16="http://schemas.microsoft.com/office/drawing/2014/main" id="{1EBB0259-B570-F112-3F82-42E71674BFE1}"/>
              </a:ext>
            </a:extLst>
          </p:cNvPr>
          <p:cNvSpPr/>
          <p:nvPr/>
        </p:nvSpPr>
        <p:spPr>
          <a:xfrm>
            <a:off x="169481" y="5797296"/>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Service Advisors</a:t>
            </a:r>
          </a:p>
        </p:txBody>
      </p:sp>
      <p:sp>
        <p:nvSpPr>
          <p:cNvPr id="96" name="Rectangle: Rounded Corners 95">
            <a:extLst>
              <a:ext uri="{FF2B5EF4-FFF2-40B4-BE49-F238E27FC236}">
                <a16:creationId xmlns:a16="http://schemas.microsoft.com/office/drawing/2014/main" id="{2B6F9742-779A-64A9-1CA8-C5D55046454F}"/>
              </a:ext>
            </a:extLst>
          </p:cNvPr>
          <p:cNvSpPr/>
          <p:nvPr/>
        </p:nvSpPr>
        <p:spPr>
          <a:xfrm>
            <a:off x="1539154" y="510989"/>
            <a:ext cx="1845396"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E125F51D-EA08-2AF7-AE63-978DA3CC24B9}"/>
              </a:ext>
            </a:extLst>
          </p:cNvPr>
          <p:cNvSpPr/>
          <p:nvPr/>
        </p:nvSpPr>
        <p:spPr>
          <a:xfrm>
            <a:off x="177801" y="557716"/>
            <a:ext cx="1268205" cy="420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2024</a:t>
            </a:r>
          </a:p>
        </p:txBody>
      </p:sp>
      <p:sp>
        <p:nvSpPr>
          <p:cNvPr id="126" name="Rectangle: Rounded Corners 125">
            <a:extLst>
              <a:ext uri="{FF2B5EF4-FFF2-40B4-BE49-F238E27FC236}">
                <a16:creationId xmlns:a16="http://schemas.microsoft.com/office/drawing/2014/main" id="{7068DB65-B5D8-5A7D-3BD0-900F94E470E2}"/>
              </a:ext>
            </a:extLst>
          </p:cNvPr>
          <p:cNvSpPr/>
          <p:nvPr/>
        </p:nvSpPr>
        <p:spPr>
          <a:xfrm>
            <a:off x="1578957"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Rectangle: Rounded Corners 126">
            <a:extLst>
              <a:ext uri="{FF2B5EF4-FFF2-40B4-BE49-F238E27FC236}">
                <a16:creationId xmlns:a16="http://schemas.microsoft.com/office/drawing/2014/main" id="{ADA6F326-39C9-8278-2ED7-0D550B04B980}"/>
              </a:ext>
            </a:extLst>
          </p:cNvPr>
          <p:cNvSpPr/>
          <p:nvPr/>
        </p:nvSpPr>
        <p:spPr>
          <a:xfrm>
            <a:off x="1578957"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Rectangle: Rounded Corners 127">
            <a:extLst>
              <a:ext uri="{FF2B5EF4-FFF2-40B4-BE49-F238E27FC236}">
                <a16:creationId xmlns:a16="http://schemas.microsoft.com/office/drawing/2014/main" id="{02FB381E-361B-A2E9-FE04-784840A4C579}"/>
              </a:ext>
            </a:extLst>
          </p:cNvPr>
          <p:cNvSpPr/>
          <p:nvPr/>
        </p:nvSpPr>
        <p:spPr>
          <a:xfrm>
            <a:off x="1578957"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RAM 1500</a:t>
            </a:r>
          </a:p>
        </p:txBody>
      </p:sp>
      <p:sp>
        <p:nvSpPr>
          <p:cNvPr id="129" name="Rectangle: Rounded Corners 128">
            <a:extLst>
              <a:ext uri="{FF2B5EF4-FFF2-40B4-BE49-F238E27FC236}">
                <a16:creationId xmlns:a16="http://schemas.microsoft.com/office/drawing/2014/main" id="{5648F1AC-0C73-347E-5FF3-C22BD65564CA}"/>
              </a:ext>
            </a:extLst>
          </p:cNvPr>
          <p:cNvSpPr/>
          <p:nvPr/>
        </p:nvSpPr>
        <p:spPr>
          <a:xfrm>
            <a:off x="1578957"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Rectangle: Rounded Corners 129">
            <a:extLst>
              <a:ext uri="{FF2B5EF4-FFF2-40B4-BE49-F238E27FC236}">
                <a16:creationId xmlns:a16="http://schemas.microsoft.com/office/drawing/2014/main" id="{5CFFCDD8-9F87-BB96-FF9C-0C645B7EA766}"/>
              </a:ext>
            </a:extLst>
          </p:cNvPr>
          <p:cNvSpPr/>
          <p:nvPr/>
        </p:nvSpPr>
        <p:spPr>
          <a:xfrm>
            <a:off x="2502119"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Wrangler</a:t>
            </a:r>
          </a:p>
        </p:txBody>
      </p:sp>
      <p:sp>
        <p:nvSpPr>
          <p:cNvPr id="131" name="Rectangle: Rounded Corners 130">
            <a:extLst>
              <a:ext uri="{FF2B5EF4-FFF2-40B4-BE49-F238E27FC236}">
                <a16:creationId xmlns:a16="http://schemas.microsoft.com/office/drawing/2014/main" id="{9000FAFB-EFE4-4F4B-CA5E-417A9E03E922}"/>
              </a:ext>
            </a:extLst>
          </p:cNvPr>
          <p:cNvSpPr/>
          <p:nvPr/>
        </p:nvSpPr>
        <p:spPr>
          <a:xfrm>
            <a:off x="2502119"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F0B05110-2873-FD67-6613-330C408B129D}"/>
              </a:ext>
            </a:extLst>
          </p:cNvPr>
          <p:cNvSpPr/>
          <p:nvPr/>
        </p:nvSpPr>
        <p:spPr>
          <a:xfrm>
            <a:off x="2502119"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Rectangle: Rounded Corners 132">
            <a:extLst>
              <a:ext uri="{FF2B5EF4-FFF2-40B4-BE49-F238E27FC236}">
                <a16:creationId xmlns:a16="http://schemas.microsoft.com/office/drawing/2014/main" id="{8830E0E5-D87B-8343-9F8A-C5ABCB7DF5EB}"/>
              </a:ext>
            </a:extLst>
          </p:cNvPr>
          <p:cNvSpPr/>
          <p:nvPr/>
        </p:nvSpPr>
        <p:spPr>
          <a:xfrm>
            <a:off x="2502119"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Rectangle: Rounded Corners 133">
            <a:extLst>
              <a:ext uri="{FF2B5EF4-FFF2-40B4-BE49-F238E27FC236}">
                <a16:creationId xmlns:a16="http://schemas.microsoft.com/office/drawing/2014/main" id="{35961482-C984-D440-095A-5C538C8A80CB}"/>
              </a:ext>
            </a:extLst>
          </p:cNvPr>
          <p:cNvSpPr/>
          <p:nvPr/>
        </p:nvSpPr>
        <p:spPr>
          <a:xfrm>
            <a:off x="1578958"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CDR</a:t>
            </a:r>
          </a:p>
        </p:txBody>
      </p:sp>
      <p:sp>
        <p:nvSpPr>
          <p:cNvPr id="135" name="Rectangle: Rounded Corners 134">
            <a:extLst>
              <a:ext uri="{FF2B5EF4-FFF2-40B4-BE49-F238E27FC236}">
                <a16:creationId xmlns:a16="http://schemas.microsoft.com/office/drawing/2014/main" id="{E122156D-FA53-BF19-1BEF-0D4D2310EE14}"/>
              </a:ext>
            </a:extLst>
          </p:cNvPr>
          <p:cNvSpPr/>
          <p:nvPr/>
        </p:nvSpPr>
        <p:spPr>
          <a:xfrm>
            <a:off x="2502119"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Jeep</a:t>
            </a:r>
          </a:p>
        </p:txBody>
      </p:sp>
      <p:sp>
        <p:nvSpPr>
          <p:cNvPr id="202" name="Rectangle: Rounded Corners 201">
            <a:extLst>
              <a:ext uri="{FF2B5EF4-FFF2-40B4-BE49-F238E27FC236}">
                <a16:creationId xmlns:a16="http://schemas.microsoft.com/office/drawing/2014/main" id="{728F43C3-FA60-68EF-46A2-41C1DB562EB1}"/>
              </a:ext>
            </a:extLst>
          </p:cNvPr>
          <p:cNvSpPr/>
          <p:nvPr/>
        </p:nvSpPr>
        <p:spPr>
          <a:xfrm>
            <a:off x="3494461" y="557784"/>
            <a:ext cx="1752479" cy="422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TE – Honda Volvo</a:t>
            </a:r>
          </a:p>
        </p:txBody>
      </p:sp>
      <p:sp>
        <p:nvSpPr>
          <p:cNvPr id="203" name="Rectangle: Rounded Corners 202">
            <a:extLst>
              <a:ext uri="{FF2B5EF4-FFF2-40B4-BE49-F238E27FC236}">
                <a16:creationId xmlns:a16="http://schemas.microsoft.com/office/drawing/2014/main" id="{EC385040-B652-9D38-95B7-D4EC46D2E1A7}"/>
              </a:ext>
            </a:extLst>
          </p:cNvPr>
          <p:cNvSpPr/>
          <p:nvPr/>
        </p:nvSpPr>
        <p:spPr>
          <a:xfrm>
            <a:off x="3482456"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204" name="Rectangle: Rounded Corners 203">
            <a:extLst>
              <a:ext uri="{FF2B5EF4-FFF2-40B4-BE49-F238E27FC236}">
                <a16:creationId xmlns:a16="http://schemas.microsoft.com/office/drawing/2014/main" id="{A7BCAE67-2444-21B9-2772-47876F788ACD}"/>
              </a:ext>
            </a:extLst>
          </p:cNvPr>
          <p:cNvSpPr/>
          <p:nvPr/>
        </p:nvSpPr>
        <p:spPr>
          <a:xfrm>
            <a:off x="3483864"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05" name="Rectangle: Rounded Corners 204">
            <a:extLst>
              <a:ext uri="{FF2B5EF4-FFF2-40B4-BE49-F238E27FC236}">
                <a16:creationId xmlns:a16="http://schemas.microsoft.com/office/drawing/2014/main" id="{01AD34CB-0BF9-0FE7-7DF5-AD018ADF3582}"/>
              </a:ext>
            </a:extLst>
          </p:cNvPr>
          <p:cNvSpPr/>
          <p:nvPr/>
        </p:nvSpPr>
        <p:spPr>
          <a:xfrm>
            <a:off x="3483864"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30</a:t>
            </a:r>
          </a:p>
        </p:txBody>
      </p:sp>
      <p:sp>
        <p:nvSpPr>
          <p:cNvPr id="206" name="Rectangle: Rounded Corners 205">
            <a:extLst>
              <a:ext uri="{FF2B5EF4-FFF2-40B4-BE49-F238E27FC236}">
                <a16:creationId xmlns:a16="http://schemas.microsoft.com/office/drawing/2014/main" id="{DE77997E-928B-5627-6747-F469DE351F5C}"/>
              </a:ext>
            </a:extLst>
          </p:cNvPr>
          <p:cNvSpPr/>
          <p:nvPr/>
        </p:nvSpPr>
        <p:spPr>
          <a:xfrm>
            <a:off x="3483864"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07" name="Rectangle: Rounded Corners 206">
            <a:extLst>
              <a:ext uri="{FF2B5EF4-FFF2-40B4-BE49-F238E27FC236}">
                <a16:creationId xmlns:a16="http://schemas.microsoft.com/office/drawing/2014/main" id="{45EB7F37-2EA1-9438-CF89-B1BCD5572546}"/>
              </a:ext>
            </a:extLst>
          </p:cNvPr>
          <p:cNvSpPr/>
          <p:nvPr/>
        </p:nvSpPr>
        <p:spPr>
          <a:xfrm>
            <a:off x="4405618"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08" name="Rectangle: Rounded Corners 207">
            <a:extLst>
              <a:ext uri="{FF2B5EF4-FFF2-40B4-BE49-F238E27FC236}">
                <a16:creationId xmlns:a16="http://schemas.microsoft.com/office/drawing/2014/main" id="{D741EE19-21A1-A7F5-8E88-DC5DB65D909D}"/>
              </a:ext>
            </a:extLst>
          </p:cNvPr>
          <p:cNvSpPr/>
          <p:nvPr/>
        </p:nvSpPr>
        <p:spPr>
          <a:xfrm>
            <a:off x="4407408"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209" name="Rectangle: Rounded Corners 208">
            <a:extLst>
              <a:ext uri="{FF2B5EF4-FFF2-40B4-BE49-F238E27FC236}">
                <a16:creationId xmlns:a16="http://schemas.microsoft.com/office/drawing/2014/main" id="{7092A982-CDA4-1312-749A-B89462F69FCD}"/>
              </a:ext>
            </a:extLst>
          </p:cNvPr>
          <p:cNvSpPr/>
          <p:nvPr/>
        </p:nvSpPr>
        <p:spPr>
          <a:xfrm>
            <a:off x="4407408"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10" name="Rectangle: Rounded Corners 209">
            <a:extLst>
              <a:ext uri="{FF2B5EF4-FFF2-40B4-BE49-F238E27FC236}">
                <a16:creationId xmlns:a16="http://schemas.microsoft.com/office/drawing/2014/main" id="{B8A7CE1F-0D87-A60F-7F66-24698C3AED7C}"/>
              </a:ext>
            </a:extLst>
          </p:cNvPr>
          <p:cNvSpPr/>
          <p:nvPr/>
        </p:nvSpPr>
        <p:spPr>
          <a:xfrm>
            <a:off x="4407408"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11" name="Rectangle: Rounded Corners 210">
            <a:extLst>
              <a:ext uri="{FF2B5EF4-FFF2-40B4-BE49-F238E27FC236}">
                <a16:creationId xmlns:a16="http://schemas.microsoft.com/office/drawing/2014/main" id="{4149C947-376A-77CA-60BA-D20B7B086EA6}"/>
              </a:ext>
            </a:extLst>
          </p:cNvPr>
          <p:cNvSpPr/>
          <p:nvPr/>
        </p:nvSpPr>
        <p:spPr>
          <a:xfrm>
            <a:off x="3449579" y="510989"/>
            <a:ext cx="1845396"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Rectangle: Rounded Corners 211">
            <a:extLst>
              <a:ext uri="{FF2B5EF4-FFF2-40B4-BE49-F238E27FC236}">
                <a16:creationId xmlns:a16="http://schemas.microsoft.com/office/drawing/2014/main" id="{3C21FDE4-07DA-4E18-92BA-1EDB70179E9E}"/>
              </a:ext>
            </a:extLst>
          </p:cNvPr>
          <p:cNvSpPr/>
          <p:nvPr/>
        </p:nvSpPr>
        <p:spPr>
          <a:xfrm>
            <a:off x="3511296"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Rectangle: Rounded Corners 212">
            <a:extLst>
              <a:ext uri="{FF2B5EF4-FFF2-40B4-BE49-F238E27FC236}">
                <a16:creationId xmlns:a16="http://schemas.microsoft.com/office/drawing/2014/main" id="{26433CE5-678C-73FD-8CF1-75408E06A1BE}"/>
              </a:ext>
            </a:extLst>
          </p:cNvPr>
          <p:cNvSpPr/>
          <p:nvPr/>
        </p:nvSpPr>
        <p:spPr>
          <a:xfrm>
            <a:off x="3511296"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Rectangle: Rounded Corners 213">
            <a:extLst>
              <a:ext uri="{FF2B5EF4-FFF2-40B4-BE49-F238E27FC236}">
                <a16:creationId xmlns:a16="http://schemas.microsoft.com/office/drawing/2014/main" id="{5EA032FF-FD66-A0B3-B184-A68398EC69EE}"/>
              </a:ext>
            </a:extLst>
          </p:cNvPr>
          <p:cNvSpPr/>
          <p:nvPr/>
        </p:nvSpPr>
        <p:spPr>
          <a:xfrm>
            <a:off x="3511296"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5" name="Rectangle: Rounded Corners 214">
            <a:extLst>
              <a:ext uri="{FF2B5EF4-FFF2-40B4-BE49-F238E27FC236}">
                <a16:creationId xmlns:a16="http://schemas.microsoft.com/office/drawing/2014/main" id="{6A83C7E8-8358-2655-EEFD-7C9E86A19018}"/>
              </a:ext>
            </a:extLst>
          </p:cNvPr>
          <p:cNvSpPr/>
          <p:nvPr/>
        </p:nvSpPr>
        <p:spPr>
          <a:xfrm>
            <a:off x="3511296"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Odessey</a:t>
            </a:r>
          </a:p>
        </p:txBody>
      </p:sp>
      <p:sp>
        <p:nvSpPr>
          <p:cNvPr id="216" name="Rectangle: Rounded Corners 215">
            <a:extLst>
              <a:ext uri="{FF2B5EF4-FFF2-40B4-BE49-F238E27FC236}">
                <a16:creationId xmlns:a16="http://schemas.microsoft.com/office/drawing/2014/main" id="{DE3EAD5B-E0AF-BF46-E32D-B65146C59907}"/>
              </a:ext>
            </a:extLst>
          </p:cNvPr>
          <p:cNvSpPr/>
          <p:nvPr/>
        </p:nvSpPr>
        <p:spPr>
          <a:xfrm>
            <a:off x="4412544"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EX30</a:t>
            </a:r>
          </a:p>
        </p:txBody>
      </p:sp>
      <p:sp>
        <p:nvSpPr>
          <p:cNvPr id="217" name="Rectangle: Rounded Corners 216">
            <a:extLst>
              <a:ext uri="{FF2B5EF4-FFF2-40B4-BE49-F238E27FC236}">
                <a16:creationId xmlns:a16="http://schemas.microsoft.com/office/drawing/2014/main" id="{3927962E-9B38-A6FB-9EF7-3087C8389631}"/>
              </a:ext>
            </a:extLst>
          </p:cNvPr>
          <p:cNvSpPr/>
          <p:nvPr/>
        </p:nvSpPr>
        <p:spPr>
          <a:xfrm>
            <a:off x="4412544"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Rectangle: Rounded Corners 217">
            <a:extLst>
              <a:ext uri="{FF2B5EF4-FFF2-40B4-BE49-F238E27FC236}">
                <a16:creationId xmlns:a16="http://schemas.microsoft.com/office/drawing/2014/main" id="{D5491355-F946-B257-A6F7-926640E787EF}"/>
              </a:ext>
            </a:extLst>
          </p:cNvPr>
          <p:cNvSpPr/>
          <p:nvPr/>
        </p:nvSpPr>
        <p:spPr>
          <a:xfrm>
            <a:off x="4412544"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EX90</a:t>
            </a:r>
          </a:p>
        </p:txBody>
      </p:sp>
      <p:sp>
        <p:nvSpPr>
          <p:cNvPr id="219" name="Rectangle: Rounded Corners 218">
            <a:extLst>
              <a:ext uri="{FF2B5EF4-FFF2-40B4-BE49-F238E27FC236}">
                <a16:creationId xmlns:a16="http://schemas.microsoft.com/office/drawing/2014/main" id="{9FA316CF-3EC9-67DC-C4B0-A64D98134D9E}"/>
              </a:ext>
            </a:extLst>
          </p:cNvPr>
          <p:cNvSpPr/>
          <p:nvPr/>
        </p:nvSpPr>
        <p:spPr>
          <a:xfrm>
            <a:off x="4412544"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Rectangle: Rounded Corners 219">
            <a:extLst>
              <a:ext uri="{FF2B5EF4-FFF2-40B4-BE49-F238E27FC236}">
                <a16:creationId xmlns:a16="http://schemas.microsoft.com/office/drawing/2014/main" id="{1C3D2558-82BE-4FB8-1147-A88C3E9305F9}"/>
              </a:ext>
            </a:extLst>
          </p:cNvPr>
          <p:cNvSpPr/>
          <p:nvPr/>
        </p:nvSpPr>
        <p:spPr>
          <a:xfrm>
            <a:off x="3489383"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Honda</a:t>
            </a:r>
          </a:p>
        </p:txBody>
      </p:sp>
      <p:sp>
        <p:nvSpPr>
          <p:cNvPr id="221" name="Rectangle: Rounded Corners 220">
            <a:extLst>
              <a:ext uri="{FF2B5EF4-FFF2-40B4-BE49-F238E27FC236}">
                <a16:creationId xmlns:a16="http://schemas.microsoft.com/office/drawing/2014/main" id="{0F8F1F5B-6F15-609C-3B8B-1A378B92CB85}"/>
              </a:ext>
            </a:extLst>
          </p:cNvPr>
          <p:cNvSpPr/>
          <p:nvPr/>
        </p:nvSpPr>
        <p:spPr>
          <a:xfrm>
            <a:off x="4412544"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Volvo</a:t>
            </a:r>
          </a:p>
        </p:txBody>
      </p:sp>
      <p:sp>
        <p:nvSpPr>
          <p:cNvPr id="222" name="Rectangle: Rounded Corners 221">
            <a:extLst>
              <a:ext uri="{FF2B5EF4-FFF2-40B4-BE49-F238E27FC236}">
                <a16:creationId xmlns:a16="http://schemas.microsoft.com/office/drawing/2014/main" id="{CC9BBF74-04E8-821B-43B0-36D9CB5518CD}"/>
              </a:ext>
            </a:extLst>
          </p:cNvPr>
          <p:cNvSpPr/>
          <p:nvPr/>
        </p:nvSpPr>
        <p:spPr>
          <a:xfrm>
            <a:off x="5404267" y="557784"/>
            <a:ext cx="1752479" cy="422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EMC</a:t>
            </a:r>
          </a:p>
        </p:txBody>
      </p:sp>
      <p:sp>
        <p:nvSpPr>
          <p:cNvPr id="223" name="Rectangle: Rounded Corners 222">
            <a:extLst>
              <a:ext uri="{FF2B5EF4-FFF2-40B4-BE49-F238E27FC236}">
                <a16:creationId xmlns:a16="http://schemas.microsoft.com/office/drawing/2014/main" id="{F357682D-20FF-B2CA-3293-7B4435BC0469}"/>
              </a:ext>
            </a:extLst>
          </p:cNvPr>
          <p:cNvSpPr/>
          <p:nvPr/>
        </p:nvSpPr>
        <p:spPr>
          <a:xfrm>
            <a:off x="5392262"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24" name="Rectangle: Rounded Corners 223">
            <a:extLst>
              <a:ext uri="{FF2B5EF4-FFF2-40B4-BE49-F238E27FC236}">
                <a16:creationId xmlns:a16="http://schemas.microsoft.com/office/drawing/2014/main" id="{E29F1FED-285C-9F15-95BE-C4061495A006}"/>
              </a:ext>
            </a:extLst>
          </p:cNvPr>
          <p:cNvSpPr/>
          <p:nvPr/>
        </p:nvSpPr>
        <p:spPr>
          <a:xfrm>
            <a:off x="5394960"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25" name="Rectangle: Rounded Corners 224">
            <a:extLst>
              <a:ext uri="{FF2B5EF4-FFF2-40B4-BE49-F238E27FC236}">
                <a16:creationId xmlns:a16="http://schemas.microsoft.com/office/drawing/2014/main" id="{B0239731-EB91-0489-CF19-76E37CFB5D24}"/>
              </a:ext>
            </a:extLst>
          </p:cNvPr>
          <p:cNvSpPr/>
          <p:nvPr/>
        </p:nvSpPr>
        <p:spPr>
          <a:xfrm>
            <a:off x="5394960"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26" name="Rectangle: Rounded Corners 225">
            <a:extLst>
              <a:ext uri="{FF2B5EF4-FFF2-40B4-BE49-F238E27FC236}">
                <a16:creationId xmlns:a16="http://schemas.microsoft.com/office/drawing/2014/main" id="{D4137DE9-856D-A721-907D-E0109D420B9A}"/>
              </a:ext>
            </a:extLst>
          </p:cNvPr>
          <p:cNvSpPr/>
          <p:nvPr/>
        </p:nvSpPr>
        <p:spPr>
          <a:xfrm>
            <a:off x="5394960"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27" name="Rectangle: Rounded Corners 226">
            <a:extLst>
              <a:ext uri="{FF2B5EF4-FFF2-40B4-BE49-F238E27FC236}">
                <a16:creationId xmlns:a16="http://schemas.microsoft.com/office/drawing/2014/main" id="{5D6CAA5B-7DAA-CB6A-11C4-B04C6AB19665}"/>
              </a:ext>
            </a:extLst>
          </p:cNvPr>
          <p:cNvSpPr/>
          <p:nvPr/>
        </p:nvSpPr>
        <p:spPr>
          <a:xfrm>
            <a:off x="6315424"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28" name="Rectangle: Rounded Corners 227">
            <a:extLst>
              <a:ext uri="{FF2B5EF4-FFF2-40B4-BE49-F238E27FC236}">
                <a16:creationId xmlns:a16="http://schemas.microsoft.com/office/drawing/2014/main" id="{0B1FA948-F744-3635-3304-5105800B1795}"/>
              </a:ext>
            </a:extLst>
          </p:cNvPr>
          <p:cNvSpPr/>
          <p:nvPr/>
        </p:nvSpPr>
        <p:spPr>
          <a:xfrm>
            <a:off x="6318504"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29" name="Rectangle: Rounded Corners 228">
            <a:extLst>
              <a:ext uri="{FF2B5EF4-FFF2-40B4-BE49-F238E27FC236}">
                <a16:creationId xmlns:a16="http://schemas.microsoft.com/office/drawing/2014/main" id="{DBD7CC08-1357-1896-6365-AE0772BE6A30}"/>
              </a:ext>
            </a:extLst>
          </p:cNvPr>
          <p:cNvSpPr/>
          <p:nvPr/>
        </p:nvSpPr>
        <p:spPr>
          <a:xfrm>
            <a:off x="6318504"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30" name="Rectangle: Rounded Corners 229">
            <a:extLst>
              <a:ext uri="{FF2B5EF4-FFF2-40B4-BE49-F238E27FC236}">
                <a16:creationId xmlns:a16="http://schemas.microsoft.com/office/drawing/2014/main" id="{56ED5909-A8C4-00D3-3481-8536AFFAAE6E}"/>
              </a:ext>
            </a:extLst>
          </p:cNvPr>
          <p:cNvSpPr/>
          <p:nvPr/>
        </p:nvSpPr>
        <p:spPr>
          <a:xfrm>
            <a:off x="6318504"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31" name="Rectangle: Rounded Corners 230">
            <a:extLst>
              <a:ext uri="{FF2B5EF4-FFF2-40B4-BE49-F238E27FC236}">
                <a16:creationId xmlns:a16="http://schemas.microsoft.com/office/drawing/2014/main" id="{4B5D211E-6772-D73D-4A8C-7806132DB273}"/>
              </a:ext>
            </a:extLst>
          </p:cNvPr>
          <p:cNvSpPr/>
          <p:nvPr/>
        </p:nvSpPr>
        <p:spPr>
          <a:xfrm>
            <a:off x="5359385" y="519592"/>
            <a:ext cx="1845396"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Rectangle: Rounded Corners 231">
            <a:extLst>
              <a:ext uri="{FF2B5EF4-FFF2-40B4-BE49-F238E27FC236}">
                <a16:creationId xmlns:a16="http://schemas.microsoft.com/office/drawing/2014/main" id="{FC9072BF-4D6B-6D27-0270-40187DF0317B}"/>
              </a:ext>
            </a:extLst>
          </p:cNvPr>
          <p:cNvSpPr/>
          <p:nvPr/>
        </p:nvSpPr>
        <p:spPr>
          <a:xfrm>
            <a:off x="5399188"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Qin Plus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Song Plus</a:t>
            </a:r>
          </a:p>
        </p:txBody>
      </p:sp>
      <p:sp>
        <p:nvSpPr>
          <p:cNvPr id="233" name="Rectangle: Rounded Corners 232">
            <a:extLst>
              <a:ext uri="{FF2B5EF4-FFF2-40B4-BE49-F238E27FC236}">
                <a16:creationId xmlns:a16="http://schemas.microsoft.com/office/drawing/2014/main" id="{78358F7F-8721-1144-C5BD-171A479C4D32}"/>
              </a:ext>
            </a:extLst>
          </p:cNvPr>
          <p:cNvSpPr/>
          <p:nvPr/>
        </p:nvSpPr>
        <p:spPr>
          <a:xfrm>
            <a:off x="5399188"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Rectangle: Rounded Corners 233">
            <a:extLst>
              <a:ext uri="{FF2B5EF4-FFF2-40B4-BE49-F238E27FC236}">
                <a16:creationId xmlns:a16="http://schemas.microsoft.com/office/drawing/2014/main" id="{F909A0EE-C48E-0DE7-6C7E-F03C7EC823D3}"/>
              </a:ext>
            </a:extLst>
          </p:cNvPr>
          <p:cNvSpPr/>
          <p:nvPr/>
        </p:nvSpPr>
        <p:spPr>
          <a:xfrm>
            <a:off x="5399188"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5" name="Rectangle: Rounded Corners 234">
            <a:extLst>
              <a:ext uri="{FF2B5EF4-FFF2-40B4-BE49-F238E27FC236}">
                <a16:creationId xmlns:a16="http://schemas.microsoft.com/office/drawing/2014/main" id="{0476C2BD-FFC3-B876-A840-CEED7303F26D}"/>
              </a:ext>
            </a:extLst>
          </p:cNvPr>
          <p:cNvSpPr/>
          <p:nvPr/>
        </p:nvSpPr>
        <p:spPr>
          <a:xfrm>
            <a:off x="5399188"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Sea-Lion</a:t>
            </a:r>
          </a:p>
        </p:txBody>
      </p:sp>
      <p:sp>
        <p:nvSpPr>
          <p:cNvPr id="236" name="Rectangle: Rounded Corners 235">
            <a:extLst>
              <a:ext uri="{FF2B5EF4-FFF2-40B4-BE49-F238E27FC236}">
                <a16:creationId xmlns:a16="http://schemas.microsoft.com/office/drawing/2014/main" id="{03A8988D-2D76-1A82-E905-0F6CEF33E40B}"/>
              </a:ext>
            </a:extLst>
          </p:cNvPr>
          <p:cNvSpPr/>
          <p:nvPr/>
        </p:nvSpPr>
        <p:spPr>
          <a:xfrm>
            <a:off x="6322350"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7" name="Rectangle: Rounded Corners 236">
            <a:extLst>
              <a:ext uri="{FF2B5EF4-FFF2-40B4-BE49-F238E27FC236}">
                <a16:creationId xmlns:a16="http://schemas.microsoft.com/office/drawing/2014/main" id="{CD100587-4FE9-7805-CEC5-2CB40D40BCA1}"/>
              </a:ext>
            </a:extLst>
          </p:cNvPr>
          <p:cNvSpPr/>
          <p:nvPr/>
        </p:nvSpPr>
        <p:spPr>
          <a:xfrm>
            <a:off x="6322350"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Polestar 3</a:t>
            </a:r>
          </a:p>
        </p:txBody>
      </p:sp>
      <p:sp>
        <p:nvSpPr>
          <p:cNvPr id="238" name="Rectangle: Rounded Corners 237">
            <a:extLst>
              <a:ext uri="{FF2B5EF4-FFF2-40B4-BE49-F238E27FC236}">
                <a16:creationId xmlns:a16="http://schemas.microsoft.com/office/drawing/2014/main" id="{1AAB0DA1-4172-7EC0-D013-E87BFD4E817A}"/>
              </a:ext>
            </a:extLst>
          </p:cNvPr>
          <p:cNvSpPr/>
          <p:nvPr/>
        </p:nvSpPr>
        <p:spPr>
          <a:xfrm>
            <a:off x="6322350"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Polestar 4</a:t>
            </a:r>
          </a:p>
        </p:txBody>
      </p:sp>
      <p:sp>
        <p:nvSpPr>
          <p:cNvPr id="239" name="Rectangle: Rounded Corners 238">
            <a:extLst>
              <a:ext uri="{FF2B5EF4-FFF2-40B4-BE49-F238E27FC236}">
                <a16:creationId xmlns:a16="http://schemas.microsoft.com/office/drawing/2014/main" id="{95EC3788-BCE9-2D41-EC7F-0A878D556A7C}"/>
              </a:ext>
            </a:extLst>
          </p:cNvPr>
          <p:cNvSpPr/>
          <p:nvPr/>
        </p:nvSpPr>
        <p:spPr>
          <a:xfrm>
            <a:off x="6322350"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Rectangle: Rounded Corners 239">
            <a:extLst>
              <a:ext uri="{FF2B5EF4-FFF2-40B4-BE49-F238E27FC236}">
                <a16:creationId xmlns:a16="http://schemas.microsoft.com/office/drawing/2014/main" id="{E1F34A9C-4320-3D2E-B394-77F1AA336D4C}"/>
              </a:ext>
            </a:extLst>
          </p:cNvPr>
          <p:cNvSpPr/>
          <p:nvPr/>
        </p:nvSpPr>
        <p:spPr>
          <a:xfrm>
            <a:off x="5399189"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BYD</a:t>
            </a:r>
          </a:p>
        </p:txBody>
      </p:sp>
      <p:sp>
        <p:nvSpPr>
          <p:cNvPr id="241" name="Rectangle: Rounded Corners 240">
            <a:extLst>
              <a:ext uri="{FF2B5EF4-FFF2-40B4-BE49-F238E27FC236}">
                <a16:creationId xmlns:a16="http://schemas.microsoft.com/office/drawing/2014/main" id="{5962E59E-98A9-DC05-6430-43508136C919}"/>
              </a:ext>
            </a:extLst>
          </p:cNvPr>
          <p:cNvSpPr/>
          <p:nvPr/>
        </p:nvSpPr>
        <p:spPr>
          <a:xfrm>
            <a:off x="6322350"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Polestar</a:t>
            </a:r>
          </a:p>
        </p:txBody>
      </p:sp>
      <p:sp>
        <p:nvSpPr>
          <p:cNvPr id="242" name="Rectangle: Rounded Corners 241">
            <a:extLst>
              <a:ext uri="{FF2B5EF4-FFF2-40B4-BE49-F238E27FC236}">
                <a16:creationId xmlns:a16="http://schemas.microsoft.com/office/drawing/2014/main" id="{E225FA2F-B7E0-82A5-FC3D-CAE913C6F052}"/>
              </a:ext>
            </a:extLst>
          </p:cNvPr>
          <p:cNvSpPr/>
          <p:nvPr/>
        </p:nvSpPr>
        <p:spPr>
          <a:xfrm>
            <a:off x="7314073" y="557784"/>
            <a:ext cx="1752479" cy="422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AFM</a:t>
            </a:r>
          </a:p>
        </p:txBody>
      </p:sp>
      <p:sp>
        <p:nvSpPr>
          <p:cNvPr id="243" name="Rectangle: Rounded Corners 242">
            <a:extLst>
              <a:ext uri="{FF2B5EF4-FFF2-40B4-BE49-F238E27FC236}">
                <a16:creationId xmlns:a16="http://schemas.microsoft.com/office/drawing/2014/main" id="{7DF6D068-A8BA-FB52-57A9-559B8BDED92A}"/>
              </a:ext>
            </a:extLst>
          </p:cNvPr>
          <p:cNvSpPr/>
          <p:nvPr/>
        </p:nvSpPr>
        <p:spPr>
          <a:xfrm>
            <a:off x="7302068"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244" name="Rectangle: Rounded Corners 243">
            <a:extLst>
              <a:ext uri="{FF2B5EF4-FFF2-40B4-BE49-F238E27FC236}">
                <a16:creationId xmlns:a16="http://schemas.microsoft.com/office/drawing/2014/main" id="{AFF7B88F-938F-1490-9EB7-A2E24FEB0CE5}"/>
              </a:ext>
            </a:extLst>
          </p:cNvPr>
          <p:cNvSpPr/>
          <p:nvPr/>
        </p:nvSpPr>
        <p:spPr>
          <a:xfrm>
            <a:off x="7306056"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25</a:t>
            </a:r>
          </a:p>
        </p:txBody>
      </p:sp>
      <p:sp>
        <p:nvSpPr>
          <p:cNvPr id="245" name="Rectangle: Rounded Corners 244">
            <a:extLst>
              <a:ext uri="{FF2B5EF4-FFF2-40B4-BE49-F238E27FC236}">
                <a16:creationId xmlns:a16="http://schemas.microsoft.com/office/drawing/2014/main" id="{BDEC2BEA-A023-74DB-A9EE-61AE0608FC23}"/>
              </a:ext>
            </a:extLst>
          </p:cNvPr>
          <p:cNvSpPr/>
          <p:nvPr/>
        </p:nvSpPr>
        <p:spPr>
          <a:xfrm>
            <a:off x="7306056"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141</a:t>
            </a:r>
          </a:p>
        </p:txBody>
      </p:sp>
      <p:sp>
        <p:nvSpPr>
          <p:cNvPr id="246" name="Rectangle: Rounded Corners 245">
            <a:extLst>
              <a:ext uri="{FF2B5EF4-FFF2-40B4-BE49-F238E27FC236}">
                <a16:creationId xmlns:a16="http://schemas.microsoft.com/office/drawing/2014/main" id="{2291E4F9-F44B-8BD5-AAC6-005F7782B88B}"/>
              </a:ext>
            </a:extLst>
          </p:cNvPr>
          <p:cNvSpPr/>
          <p:nvPr/>
        </p:nvSpPr>
        <p:spPr>
          <a:xfrm>
            <a:off x="7306056"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47" name="Rectangle: Rounded Corners 246">
            <a:extLst>
              <a:ext uri="{FF2B5EF4-FFF2-40B4-BE49-F238E27FC236}">
                <a16:creationId xmlns:a16="http://schemas.microsoft.com/office/drawing/2014/main" id="{15FA7A5A-FD5F-96F0-E5BA-096D1A37DC3D}"/>
              </a:ext>
            </a:extLst>
          </p:cNvPr>
          <p:cNvSpPr/>
          <p:nvPr/>
        </p:nvSpPr>
        <p:spPr>
          <a:xfrm>
            <a:off x="8225230"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248" name="Rectangle: Rounded Corners 247">
            <a:extLst>
              <a:ext uri="{FF2B5EF4-FFF2-40B4-BE49-F238E27FC236}">
                <a16:creationId xmlns:a16="http://schemas.microsoft.com/office/drawing/2014/main" id="{ADAC97BD-27B1-876D-96DA-4B2F2E95B64D}"/>
              </a:ext>
            </a:extLst>
          </p:cNvPr>
          <p:cNvSpPr/>
          <p:nvPr/>
        </p:nvSpPr>
        <p:spPr>
          <a:xfrm>
            <a:off x="8229600"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249" name="Rectangle: Rounded Corners 248">
            <a:extLst>
              <a:ext uri="{FF2B5EF4-FFF2-40B4-BE49-F238E27FC236}">
                <a16:creationId xmlns:a16="http://schemas.microsoft.com/office/drawing/2014/main" id="{89AF6C84-6220-A7FD-1C0C-1CEEDA59E7F5}"/>
              </a:ext>
            </a:extLst>
          </p:cNvPr>
          <p:cNvSpPr/>
          <p:nvPr/>
        </p:nvSpPr>
        <p:spPr>
          <a:xfrm>
            <a:off x="8229600"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36</a:t>
            </a:r>
          </a:p>
        </p:txBody>
      </p:sp>
      <p:sp>
        <p:nvSpPr>
          <p:cNvPr id="250" name="Rectangle: Rounded Corners 249">
            <a:extLst>
              <a:ext uri="{FF2B5EF4-FFF2-40B4-BE49-F238E27FC236}">
                <a16:creationId xmlns:a16="http://schemas.microsoft.com/office/drawing/2014/main" id="{29E14246-05AA-733A-7C4A-766E42E01FC2}"/>
              </a:ext>
            </a:extLst>
          </p:cNvPr>
          <p:cNvSpPr/>
          <p:nvPr/>
        </p:nvSpPr>
        <p:spPr>
          <a:xfrm>
            <a:off x="8229600"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51" name="Rectangle: Rounded Corners 250">
            <a:extLst>
              <a:ext uri="{FF2B5EF4-FFF2-40B4-BE49-F238E27FC236}">
                <a16:creationId xmlns:a16="http://schemas.microsoft.com/office/drawing/2014/main" id="{2C8B6908-566E-1764-8B56-0855F330E9FF}"/>
              </a:ext>
            </a:extLst>
          </p:cNvPr>
          <p:cNvSpPr/>
          <p:nvPr/>
        </p:nvSpPr>
        <p:spPr>
          <a:xfrm>
            <a:off x="7269191" y="510989"/>
            <a:ext cx="1845396"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Rectangle: Rounded Corners 251">
            <a:extLst>
              <a:ext uri="{FF2B5EF4-FFF2-40B4-BE49-F238E27FC236}">
                <a16:creationId xmlns:a16="http://schemas.microsoft.com/office/drawing/2014/main" id="{902209AC-2A82-587D-D662-A8D8464E3946}"/>
              </a:ext>
            </a:extLst>
          </p:cNvPr>
          <p:cNvSpPr/>
          <p:nvPr/>
        </p:nvSpPr>
        <p:spPr>
          <a:xfrm>
            <a:off x="7308994"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GR86</a:t>
            </a:r>
          </a:p>
        </p:txBody>
      </p:sp>
      <p:sp>
        <p:nvSpPr>
          <p:cNvPr id="253" name="Rectangle: Rounded Corners 252">
            <a:extLst>
              <a:ext uri="{FF2B5EF4-FFF2-40B4-BE49-F238E27FC236}">
                <a16:creationId xmlns:a16="http://schemas.microsoft.com/office/drawing/2014/main" id="{6187B3F7-7024-C9A3-889B-BCFD9F1D4D5A}"/>
              </a:ext>
            </a:extLst>
          </p:cNvPr>
          <p:cNvSpPr/>
          <p:nvPr/>
        </p:nvSpPr>
        <p:spPr>
          <a:xfrm>
            <a:off x="7308994"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Prado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LC300 SE</a:t>
            </a:r>
          </a:p>
        </p:txBody>
      </p:sp>
      <p:sp>
        <p:nvSpPr>
          <p:cNvPr id="254" name="Rectangle: Rounded Corners 253">
            <a:extLst>
              <a:ext uri="{FF2B5EF4-FFF2-40B4-BE49-F238E27FC236}">
                <a16:creationId xmlns:a16="http://schemas.microsoft.com/office/drawing/2014/main" id="{6AC6F17A-5C29-281B-56A9-7BC0EF504397}"/>
              </a:ext>
            </a:extLst>
          </p:cNvPr>
          <p:cNvSpPr/>
          <p:nvPr/>
        </p:nvSpPr>
        <p:spPr>
          <a:xfrm>
            <a:off x="7308994"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Camry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Fortuner </a:t>
            </a:r>
          </a:p>
        </p:txBody>
      </p:sp>
      <p:sp>
        <p:nvSpPr>
          <p:cNvPr id="255" name="Rectangle: Rounded Corners 254">
            <a:extLst>
              <a:ext uri="{FF2B5EF4-FFF2-40B4-BE49-F238E27FC236}">
                <a16:creationId xmlns:a16="http://schemas.microsoft.com/office/drawing/2014/main" id="{930391E4-2F11-5899-D75A-670ABA3CCE01}"/>
              </a:ext>
            </a:extLst>
          </p:cNvPr>
          <p:cNvSpPr/>
          <p:nvPr/>
        </p:nvSpPr>
        <p:spPr>
          <a:xfrm>
            <a:off x="7308994"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Corolla Cross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RAV4 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LC300</a:t>
            </a:r>
          </a:p>
        </p:txBody>
      </p:sp>
      <p:sp>
        <p:nvSpPr>
          <p:cNvPr id="256" name="Rectangle: Rounded Corners 255">
            <a:extLst>
              <a:ext uri="{FF2B5EF4-FFF2-40B4-BE49-F238E27FC236}">
                <a16:creationId xmlns:a16="http://schemas.microsoft.com/office/drawing/2014/main" id="{2959EAAE-7FED-BE44-F555-445380B7AE19}"/>
              </a:ext>
            </a:extLst>
          </p:cNvPr>
          <p:cNvSpPr/>
          <p:nvPr/>
        </p:nvSpPr>
        <p:spPr>
          <a:xfrm>
            <a:off x="8232156"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UX</a:t>
            </a:r>
          </a:p>
        </p:txBody>
      </p:sp>
      <p:sp>
        <p:nvSpPr>
          <p:cNvPr id="257" name="Rectangle: Rounded Corners 256">
            <a:extLst>
              <a:ext uri="{FF2B5EF4-FFF2-40B4-BE49-F238E27FC236}">
                <a16:creationId xmlns:a16="http://schemas.microsoft.com/office/drawing/2014/main" id="{75E0ACFA-260D-E973-3AE3-7E84DF3EDDEB}"/>
              </a:ext>
            </a:extLst>
          </p:cNvPr>
          <p:cNvSpPr/>
          <p:nvPr/>
        </p:nvSpPr>
        <p:spPr>
          <a:xfrm>
            <a:off x="8232156"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ES SE</a:t>
            </a:r>
          </a:p>
        </p:txBody>
      </p:sp>
      <p:sp>
        <p:nvSpPr>
          <p:cNvPr id="258" name="Rectangle: Rounded Corners 257">
            <a:extLst>
              <a:ext uri="{FF2B5EF4-FFF2-40B4-BE49-F238E27FC236}">
                <a16:creationId xmlns:a16="http://schemas.microsoft.com/office/drawing/2014/main" id="{BD76FFE3-32F5-B375-9461-A5BAF2C2B370}"/>
              </a:ext>
            </a:extLst>
          </p:cNvPr>
          <p:cNvSpPr/>
          <p:nvPr/>
        </p:nvSpPr>
        <p:spPr>
          <a:xfrm>
            <a:off x="8232156"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Rectangle: Rounded Corners 258">
            <a:extLst>
              <a:ext uri="{FF2B5EF4-FFF2-40B4-BE49-F238E27FC236}">
                <a16:creationId xmlns:a16="http://schemas.microsoft.com/office/drawing/2014/main" id="{BF169736-EB27-5F5A-F2A0-FAC629C5FA55}"/>
              </a:ext>
            </a:extLst>
          </p:cNvPr>
          <p:cNvSpPr/>
          <p:nvPr/>
        </p:nvSpPr>
        <p:spPr>
          <a:xfrm>
            <a:off x="8232156"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LX</a:t>
            </a:r>
          </a:p>
        </p:txBody>
      </p:sp>
      <p:sp>
        <p:nvSpPr>
          <p:cNvPr id="260" name="Rectangle: Rounded Corners 259">
            <a:extLst>
              <a:ext uri="{FF2B5EF4-FFF2-40B4-BE49-F238E27FC236}">
                <a16:creationId xmlns:a16="http://schemas.microsoft.com/office/drawing/2014/main" id="{00F2A159-81B8-923F-99EE-577D7C800EF2}"/>
              </a:ext>
            </a:extLst>
          </p:cNvPr>
          <p:cNvSpPr/>
          <p:nvPr/>
        </p:nvSpPr>
        <p:spPr>
          <a:xfrm>
            <a:off x="7308995"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Toyota</a:t>
            </a:r>
          </a:p>
        </p:txBody>
      </p:sp>
      <p:sp>
        <p:nvSpPr>
          <p:cNvPr id="261" name="Rectangle: Rounded Corners 260">
            <a:extLst>
              <a:ext uri="{FF2B5EF4-FFF2-40B4-BE49-F238E27FC236}">
                <a16:creationId xmlns:a16="http://schemas.microsoft.com/office/drawing/2014/main" id="{126E890B-2C8D-687E-0B63-7876AE7A0489}"/>
              </a:ext>
            </a:extLst>
          </p:cNvPr>
          <p:cNvSpPr/>
          <p:nvPr/>
        </p:nvSpPr>
        <p:spPr>
          <a:xfrm>
            <a:off x="8232156"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Lexus</a:t>
            </a:r>
          </a:p>
        </p:txBody>
      </p:sp>
      <p:sp>
        <p:nvSpPr>
          <p:cNvPr id="262" name="Rectangle: Rounded Corners 261">
            <a:extLst>
              <a:ext uri="{FF2B5EF4-FFF2-40B4-BE49-F238E27FC236}">
                <a16:creationId xmlns:a16="http://schemas.microsoft.com/office/drawing/2014/main" id="{24F43F81-43E4-B662-ABB4-D1211CA27A4C}"/>
              </a:ext>
            </a:extLst>
          </p:cNvPr>
          <p:cNvSpPr/>
          <p:nvPr/>
        </p:nvSpPr>
        <p:spPr>
          <a:xfrm>
            <a:off x="9288289" y="557784"/>
            <a:ext cx="2675640" cy="4223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International &amp; CPOV</a:t>
            </a:r>
          </a:p>
        </p:txBody>
      </p:sp>
      <p:sp>
        <p:nvSpPr>
          <p:cNvPr id="263" name="Rectangle: Rounded Corners 262">
            <a:extLst>
              <a:ext uri="{FF2B5EF4-FFF2-40B4-BE49-F238E27FC236}">
                <a16:creationId xmlns:a16="http://schemas.microsoft.com/office/drawing/2014/main" id="{58AA0318-9C4B-D638-B1DD-98EB3CE9302C}"/>
              </a:ext>
            </a:extLst>
          </p:cNvPr>
          <p:cNvSpPr/>
          <p:nvPr/>
        </p:nvSpPr>
        <p:spPr>
          <a:xfrm>
            <a:off x="9276284"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64" name="Rectangle: Rounded Corners 263">
            <a:extLst>
              <a:ext uri="{FF2B5EF4-FFF2-40B4-BE49-F238E27FC236}">
                <a16:creationId xmlns:a16="http://schemas.microsoft.com/office/drawing/2014/main" id="{8BB12FF1-E6A7-6401-39BC-4335E77EBE12}"/>
              </a:ext>
            </a:extLst>
          </p:cNvPr>
          <p:cNvSpPr/>
          <p:nvPr/>
        </p:nvSpPr>
        <p:spPr>
          <a:xfrm>
            <a:off x="9281160"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265" name="Rectangle: Rounded Corners 264">
            <a:extLst>
              <a:ext uri="{FF2B5EF4-FFF2-40B4-BE49-F238E27FC236}">
                <a16:creationId xmlns:a16="http://schemas.microsoft.com/office/drawing/2014/main" id="{642B1244-2C3D-3FBF-254B-00A97CAA1D1D}"/>
              </a:ext>
            </a:extLst>
          </p:cNvPr>
          <p:cNvSpPr/>
          <p:nvPr/>
        </p:nvSpPr>
        <p:spPr>
          <a:xfrm>
            <a:off x="9281160"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13</a:t>
            </a:r>
          </a:p>
        </p:txBody>
      </p:sp>
      <p:sp>
        <p:nvSpPr>
          <p:cNvPr id="266" name="Rectangle: Rounded Corners 265">
            <a:extLst>
              <a:ext uri="{FF2B5EF4-FFF2-40B4-BE49-F238E27FC236}">
                <a16:creationId xmlns:a16="http://schemas.microsoft.com/office/drawing/2014/main" id="{107ED178-65A0-B6F2-AEA5-DDC6CF83B7C3}"/>
              </a:ext>
            </a:extLst>
          </p:cNvPr>
          <p:cNvSpPr/>
          <p:nvPr/>
        </p:nvSpPr>
        <p:spPr>
          <a:xfrm>
            <a:off x="9281160"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67" name="Rectangle: Rounded Corners 266">
            <a:extLst>
              <a:ext uri="{FF2B5EF4-FFF2-40B4-BE49-F238E27FC236}">
                <a16:creationId xmlns:a16="http://schemas.microsoft.com/office/drawing/2014/main" id="{3F294273-3B8B-916C-58C6-FB390133FAF4}"/>
              </a:ext>
            </a:extLst>
          </p:cNvPr>
          <p:cNvSpPr/>
          <p:nvPr/>
        </p:nvSpPr>
        <p:spPr>
          <a:xfrm>
            <a:off x="10199446"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68" name="Rectangle: Rounded Corners 267">
            <a:extLst>
              <a:ext uri="{FF2B5EF4-FFF2-40B4-BE49-F238E27FC236}">
                <a16:creationId xmlns:a16="http://schemas.microsoft.com/office/drawing/2014/main" id="{747EA5E4-08FC-CD55-9166-479976B09B13}"/>
              </a:ext>
            </a:extLst>
          </p:cNvPr>
          <p:cNvSpPr/>
          <p:nvPr/>
        </p:nvSpPr>
        <p:spPr>
          <a:xfrm>
            <a:off x="10195560"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9" name="Rectangle: Rounded Corners 268">
            <a:extLst>
              <a:ext uri="{FF2B5EF4-FFF2-40B4-BE49-F238E27FC236}">
                <a16:creationId xmlns:a16="http://schemas.microsoft.com/office/drawing/2014/main" id="{F723C7DD-631E-02F0-5676-CB22DE438A76}"/>
              </a:ext>
            </a:extLst>
          </p:cNvPr>
          <p:cNvSpPr/>
          <p:nvPr/>
        </p:nvSpPr>
        <p:spPr>
          <a:xfrm>
            <a:off x="10195560"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270" name="Rectangle: Rounded Corners 269">
            <a:extLst>
              <a:ext uri="{FF2B5EF4-FFF2-40B4-BE49-F238E27FC236}">
                <a16:creationId xmlns:a16="http://schemas.microsoft.com/office/drawing/2014/main" id="{A240CF49-DE10-4CCD-8175-F6CAA1C99E02}"/>
              </a:ext>
            </a:extLst>
          </p:cNvPr>
          <p:cNvSpPr/>
          <p:nvPr/>
        </p:nvSpPr>
        <p:spPr>
          <a:xfrm>
            <a:off x="10195560"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71" name="Rectangle: Rounded Corners 270">
            <a:extLst>
              <a:ext uri="{FF2B5EF4-FFF2-40B4-BE49-F238E27FC236}">
                <a16:creationId xmlns:a16="http://schemas.microsoft.com/office/drawing/2014/main" id="{18FFE12E-5885-F040-7B4F-179E2E7AA8B1}"/>
              </a:ext>
            </a:extLst>
          </p:cNvPr>
          <p:cNvSpPr/>
          <p:nvPr/>
        </p:nvSpPr>
        <p:spPr>
          <a:xfrm>
            <a:off x="9243406" y="519592"/>
            <a:ext cx="2770793"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Rectangle: Rounded Corners 271">
            <a:extLst>
              <a:ext uri="{FF2B5EF4-FFF2-40B4-BE49-F238E27FC236}">
                <a16:creationId xmlns:a16="http://schemas.microsoft.com/office/drawing/2014/main" id="{D8CD7197-4F97-159E-1344-D839B73D236D}"/>
              </a:ext>
            </a:extLst>
          </p:cNvPr>
          <p:cNvSpPr/>
          <p:nvPr/>
        </p:nvSpPr>
        <p:spPr>
          <a:xfrm>
            <a:off x="9281160"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EX30</a:t>
            </a:r>
          </a:p>
        </p:txBody>
      </p:sp>
      <p:sp>
        <p:nvSpPr>
          <p:cNvPr id="273" name="Rectangle: Rounded Corners 272">
            <a:extLst>
              <a:ext uri="{FF2B5EF4-FFF2-40B4-BE49-F238E27FC236}">
                <a16:creationId xmlns:a16="http://schemas.microsoft.com/office/drawing/2014/main" id="{34FC5359-7684-9E6B-A913-5533845926E4}"/>
              </a:ext>
            </a:extLst>
          </p:cNvPr>
          <p:cNvSpPr/>
          <p:nvPr/>
        </p:nvSpPr>
        <p:spPr>
          <a:xfrm>
            <a:off x="9281160"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4" name="Rectangle: Rounded Corners 273">
            <a:extLst>
              <a:ext uri="{FF2B5EF4-FFF2-40B4-BE49-F238E27FC236}">
                <a16:creationId xmlns:a16="http://schemas.microsoft.com/office/drawing/2014/main" id="{AAE7B3C8-88CF-F352-F346-1E38B2B4468C}"/>
              </a:ext>
            </a:extLst>
          </p:cNvPr>
          <p:cNvSpPr/>
          <p:nvPr/>
        </p:nvSpPr>
        <p:spPr>
          <a:xfrm>
            <a:off x="9281160"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EX90</a:t>
            </a:r>
          </a:p>
        </p:txBody>
      </p:sp>
      <p:sp>
        <p:nvSpPr>
          <p:cNvPr id="275" name="Rectangle: Rounded Corners 274">
            <a:extLst>
              <a:ext uri="{FF2B5EF4-FFF2-40B4-BE49-F238E27FC236}">
                <a16:creationId xmlns:a16="http://schemas.microsoft.com/office/drawing/2014/main" id="{6AEFCA96-9763-EE48-1208-A9BC250C0858}"/>
              </a:ext>
            </a:extLst>
          </p:cNvPr>
          <p:cNvSpPr/>
          <p:nvPr/>
        </p:nvSpPr>
        <p:spPr>
          <a:xfrm>
            <a:off x="9281160"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Odessey</a:t>
            </a:r>
          </a:p>
        </p:txBody>
      </p:sp>
      <p:sp>
        <p:nvSpPr>
          <p:cNvPr id="276" name="Rectangle: Rounded Corners 275">
            <a:extLst>
              <a:ext uri="{FF2B5EF4-FFF2-40B4-BE49-F238E27FC236}">
                <a16:creationId xmlns:a16="http://schemas.microsoft.com/office/drawing/2014/main" id="{8E73FCA6-E8BB-155D-25E2-4EA86DB32403}"/>
              </a:ext>
            </a:extLst>
          </p:cNvPr>
          <p:cNvSpPr/>
          <p:nvPr/>
        </p:nvSpPr>
        <p:spPr>
          <a:xfrm>
            <a:off x="10195560"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EX30</a:t>
            </a:r>
          </a:p>
        </p:txBody>
      </p:sp>
      <p:sp>
        <p:nvSpPr>
          <p:cNvPr id="277" name="Rectangle: Rounded Corners 276">
            <a:extLst>
              <a:ext uri="{FF2B5EF4-FFF2-40B4-BE49-F238E27FC236}">
                <a16:creationId xmlns:a16="http://schemas.microsoft.com/office/drawing/2014/main" id="{462E0469-1F80-D2E5-096D-78992A26DDB5}"/>
              </a:ext>
            </a:extLst>
          </p:cNvPr>
          <p:cNvSpPr/>
          <p:nvPr/>
        </p:nvSpPr>
        <p:spPr>
          <a:xfrm>
            <a:off x="10195560"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Rectangle: Rounded Corners 277">
            <a:extLst>
              <a:ext uri="{FF2B5EF4-FFF2-40B4-BE49-F238E27FC236}">
                <a16:creationId xmlns:a16="http://schemas.microsoft.com/office/drawing/2014/main" id="{57D3FC91-C201-0568-4D7A-38CD53A09430}"/>
              </a:ext>
            </a:extLst>
          </p:cNvPr>
          <p:cNvSpPr/>
          <p:nvPr/>
        </p:nvSpPr>
        <p:spPr>
          <a:xfrm>
            <a:off x="10195560"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EX90</a:t>
            </a:r>
          </a:p>
        </p:txBody>
      </p:sp>
      <p:sp>
        <p:nvSpPr>
          <p:cNvPr id="279" name="Rectangle: Rounded Corners 278">
            <a:extLst>
              <a:ext uri="{FF2B5EF4-FFF2-40B4-BE49-F238E27FC236}">
                <a16:creationId xmlns:a16="http://schemas.microsoft.com/office/drawing/2014/main" id="{A3C9BBD9-D539-018B-2C32-A8C601991251}"/>
              </a:ext>
            </a:extLst>
          </p:cNvPr>
          <p:cNvSpPr/>
          <p:nvPr/>
        </p:nvSpPr>
        <p:spPr>
          <a:xfrm>
            <a:off x="10195560"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Odessey</a:t>
            </a:r>
          </a:p>
        </p:txBody>
      </p:sp>
      <p:sp>
        <p:nvSpPr>
          <p:cNvPr id="280" name="Rectangle: Rounded Corners 279">
            <a:extLst>
              <a:ext uri="{FF2B5EF4-FFF2-40B4-BE49-F238E27FC236}">
                <a16:creationId xmlns:a16="http://schemas.microsoft.com/office/drawing/2014/main" id="{B872C7C4-E538-0AD1-C398-C1E2A212C5C0}"/>
              </a:ext>
            </a:extLst>
          </p:cNvPr>
          <p:cNvSpPr/>
          <p:nvPr/>
        </p:nvSpPr>
        <p:spPr>
          <a:xfrm>
            <a:off x="9281160"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prstClr val="black"/>
                </a:solidFill>
                <a:effectLst/>
                <a:uLnTx/>
                <a:uFillTx/>
                <a:latin typeface="Calibri" panose="020F0502020204030204"/>
                <a:ea typeface="+mn-ea"/>
                <a:cs typeface="+mn-cs"/>
              </a:rPr>
              <a:t>Domasco</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1" name="Rectangle: Rounded Corners 280">
            <a:extLst>
              <a:ext uri="{FF2B5EF4-FFF2-40B4-BE49-F238E27FC236}">
                <a16:creationId xmlns:a16="http://schemas.microsoft.com/office/drawing/2014/main" id="{A125D532-2BE7-8237-0180-12322646BE46}"/>
              </a:ext>
            </a:extLst>
          </p:cNvPr>
          <p:cNvSpPr/>
          <p:nvPr/>
        </p:nvSpPr>
        <p:spPr>
          <a:xfrm>
            <a:off x="10195560"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prstClr val="black"/>
                </a:solidFill>
                <a:effectLst/>
                <a:uLnTx/>
                <a:uFillTx/>
                <a:latin typeface="Calibri" panose="020F0502020204030204"/>
                <a:ea typeface="+mn-ea"/>
                <a:cs typeface="+mn-cs"/>
              </a:rPr>
              <a:t>Omasco</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2" name="Rectangle: Rounded Corners 281">
            <a:extLst>
              <a:ext uri="{FF2B5EF4-FFF2-40B4-BE49-F238E27FC236}">
                <a16:creationId xmlns:a16="http://schemas.microsoft.com/office/drawing/2014/main" id="{FE33B9D4-0344-B6F0-19AE-8DC64DCB07DF}"/>
              </a:ext>
            </a:extLst>
          </p:cNvPr>
          <p:cNvSpPr/>
          <p:nvPr/>
        </p:nvSpPr>
        <p:spPr>
          <a:xfrm>
            <a:off x="11109960"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83" name="Rectangle: Rounded Corners 282">
            <a:extLst>
              <a:ext uri="{FF2B5EF4-FFF2-40B4-BE49-F238E27FC236}">
                <a16:creationId xmlns:a16="http://schemas.microsoft.com/office/drawing/2014/main" id="{A6ACD9B0-8D75-D9BA-2866-8BE700839105}"/>
              </a:ext>
            </a:extLst>
          </p:cNvPr>
          <p:cNvSpPr/>
          <p:nvPr/>
        </p:nvSpPr>
        <p:spPr>
          <a:xfrm>
            <a:off x="11109960"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84" name="Rectangle: Rounded Corners 283">
            <a:extLst>
              <a:ext uri="{FF2B5EF4-FFF2-40B4-BE49-F238E27FC236}">
                <a16:creationId xmlns:a16="http://schemas.microsoft.com/office/drawing/2014/main" id="{78090D42-7B62-6F15-DE39-4CB42A2A6080}"/>
              </a:ext>
            </a:extLst>
          </p:cNvPr>
          <p:cNvSpPr/>
          <p:nvPr/>
        </p:nvSpPr>
        <p:spPr>
          <a:xfrm>
            <a:off x="11109960"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30</a:t>
            </a:r>
          </a:p>
        </p:txBody>
      </p:sp>
      <p:sp>
        <p:nvSpPr>
          <p:cNvPr id="285" name="Rectangle: Rounded Corners 284">
            <a:extLst>
              <a:ext uri="{FF2B5EF4-FFF2-40B4-BE49-F238E27FC236}">
                <a16:creationId xmlns:a16="http://schemas.microsoft.com/office/drawing/2014/main" id="{8B978DA9-4FA7-3BDA-7DB9-683375A14741}"/>
              </a:ext>
            </a:extLst>
          </p:cNvPr>
          <p:cNvSpPr/>
          <p:nvPr/>
        </p:nvSpPr>
        <p:spPr>
          <a:xfrm>
            <a:off x="11109960"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6" name="Rectangle: Rounded Corners 285">
            <a:extLst>
              <a:ext uri="{FF2B5EF4-FFF2-40B4-BE49-F238E27FC236}">
                <a16:creationId xmlns:a16="http://schemas.microsoft.com/office/drawing/2014/main" id="{D184162D-0A67-5AD7-FA01-901B83169092}"/>
              </a:ext>
            </a:extLst>
          </p:cNvPr>
          <p:cNvSpPr/>
          <p:nvPr/>
        </p:nvSpPr>
        <p:spPr>
          <a:xfrm>
            <a:off x="11109960" y="1508760"/>
            <a:ext cx="834396" cy="5758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E-Learning Modules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All Brands</a:t>
            </a:r>
          </a:p>
        </p:txBody>
      </p:sp>
      <p:sp>
        <p:nvSpPr>
          <p:cNvPr id="287" name="Rectangle: Rounded Corners 286">
            <a:extLst>
              <a:ext uri="{FF2B5EF4-FFF2-40B4-BE49-F238E27FC236}">
                <a16:creationId xmlns:a16="http://schemas.microsoft.com/office/drawing/2014/main" id="{C2A9EB5E-3A64-3777-5EE4-71B420422AF2}"/>
              </a:ext>
            </a:extLst>
          </p:cNvPr>
          <p:cNvSpPr/>
          <p:nvPr/>
        </p:nvSpPr>
        <p:spPr>
          <a:xfrm>
            <a:off x="11109960" y="2148840"/>
            <a:ext cx="834396" cy="56993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E-Learning Modules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All Brands</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8" name="Rectangle: Rounded Corners 287">
            <a:extLst>
              <a:ext uri="{FF2B5EF4-FFF2-40B4-BE49-F238E27FC236}">
                <a16:creationId xmlns:a16="http://schemas.microsoft.com/office/drawing/2014/main" id="{5F557470-1CA2-BA0B-035D-D728DAB94BD1}"/>
              </a:ext>
            </a:extLst>
          </p:cNvPr>
          <p:cNvSpPr/>
          <p:nvPr/>
        </p:nvSpPr>
        <p:spPr>
          <a:xfrm>
            <a:off x="11109960" y="2798064"/>
            <a:ext cx="834396" cy="58559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E-Learning Modules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All Brands</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9" name="Rectangle: Rounded Corners 288">
            <a:extLst>
              <a:ext uri="{FF2B5EF4-FFF2-40B4-BE49-F238E27FC236}">
                <a16:creationId xmlns:a16="http://schemas.microsoft.com/office/drawing/2014/main" id="{962C0E87-07CF-503F-0838-A61B1C87617A}"/>
              </a:ext>
            </a:extLst>
          </p:cNvPr>
          <p:cNvSpPr/>
          <p:nvPr/>
        </p:nvSpPr>
        <p:spPr>
          <a:xfrm>
            <a:off x="11109960" y="3447288"/>
            <a:ext cx="834396" cy="5983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E-Learning Modules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All Brands</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0" name="Rectangle: Rounded Corners 289">
            <a:extLst>
              <a:ext uri="{FF2B5EF4-FFF2-40B4-BE49-F238E27FC236}">
                <a16:creationId xmlns:a16="http://schemas.microsoft.com/office/drawing/2014/main" id="{6DB6F6F0-5030-1A1F-4099-62CA235D277B}"/>
              </a:ext>
            </a:extLst>
          </p:cNvPr>
          <p:cNvSpPr/>
          <p:nvPr/>
        </p:nvSpPr>
        <p:spPr>
          <a:xfrm>
            <a:off x="11109960" y="1051560"/>
            <a:ext cx="834396" cy="3682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Automall</a:t>
            </a:r>
          </a:p>
        </p:txBody>
      </p:sp>
      <p:sp>
        <p:nvSpPr>
          <p:cNvPr id="291" name="Rectangle: Rounded Corners 290">
            <a:extLst>
              <a:ext uri="{FF2B5EF4-FFF2-40B4-BE49-F238E27FC236}">
                <a16:creationId xmlns:a16="http://schemas.microsoft.com/office/drawing/2014/main" id="{64D8073A-97F6-1F30-F4A2-BA72A2912F06}"/>
              </a:ext>
            </a:extLst>
          </p:cNvPr>
          <p:cNvSpPr/>
          <p:nvPr/>
        </p:nvSpPr>
        <p:spPr>
          <a:xfrm>
            <a:off x="124506" y="510988"/>
            <a:ext cx="1364378" cy="3597589"/>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Rectangle: Rounded Corners 307">
            <a:extLst>
              <a:ext uri="{FF2B5EF4-FFF2-40B4-BE49-F238E27FC236}">
                <a16:creationId xmlns:a16="http://schemas.microsoft.com/office/drawing/2014/main" id="{68A8E94D-B7ED-B010-61E1-A98C423DCD7C}"/>
              </a:ext>
            </a:extLst>
          </p:cNvPr>
          <p:cNvSpPr/>
          <p:nvPr/>
        </p:nvSpPr>
        <p:spPr>
          <a:xfrm>
            <a:off x="1577770"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309" name="Rectangle: Rounded Corners 308">
            <a:extLst>
              <a:ext uri="{FF2B5EF4-FFF2-40B4-BE49-F238E27FC236}">
                <a16:creationId xmlns:a16="http://schemas.microsoft.com/office/drawing/2014/main" id="{B3EBAD17-E602-5B23-BD94-209D8F947044}"/>
              </a:ext>
            </a:extLst>
          </p:cNvPr>
          <p:cNvSpPr/>
          <p:nvPr/>
        </p:nvSpPr>
        <p:spPr>
          <a:xfrm>
            <a:off x="1581912"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310" name="Rectangle: Rounded Corners 309">
            <a:extLst>
              <a:ext uri="{FF2B5EF4-FFF2-40B4-BE49-F238E27FC236}">
                <a16:creationId xmlns:a16="http://schemas.microsoft.com/office/drawing/2014/main" id="{16A796D1-24F5-B1F8-39FE-36B8AA7E0E55}"/>
              </a:ext>
            </a:extLst>
          </p:cNvPr>
          <p:cNvSpPr/>
          <p:nvPr/>
        </p:nvSpPr>
        <p:spPr>
          <a:xfrm>
            <a:off x="1581912"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31</a:t>
            </a:r>
          </a:p>
        </p:txBody>
      </p:sp>
      <p:sp>
        <p:nvSpPr>
          <p:cNvPr id="311" name="Rectangle: Rounded Corners 310">
            <a:extLst>
              <a:ext uri="{FF2B5EF4-FFF2-40B4-BE49-F238E27FC236}">
                <a16:creationId xmlns:a16="http://schemas.microsoft.com/office/drawing/2014/main" id="{4CE507B9-4EC0-B419-5239-88CA408A5A61}"/>
              </a:ext>
            </a:extLst>
          </p:cNvPr>
          <p:cNvSpPr/>
          <p:nvPr/>
        </p:nvSpPr>
        <p:spPr>
          <a:xfrm>
            <a:off x="1581912"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312" name="Rectangle: Rounded Corners 311">
            <a:extLst>
              <a:ext uri="{FF2B5EF4-FFF2-40B4-BE49-F238E27FC236}">
                <a16:creationId xmlns:a16="http://schemas.microsoft.com/office/drawing/2014/main" id="{E89F2493-4BA2-3BD0-537A-777C2E534ECC}"/>
              </a:ext>
            </a:extLst>
          </p:cNvPr>
          <p:cNvSpPr/>
          <p:nvPr/>
        </p:nvSpPr>
        <p:spPr>
          <a:xfrm>
            <a:off x="2500932" y="4553712"/>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313" name="Rectangle: Rounded Corners 312">
            <a:extLst>
              <a:ext uri="{FF2B5EF4-FFF2-40B4-BE49-F238E27FC236}">
                <a16:creationId xmlns:a16="http://schemas.microsoft.com/office/drawing/2014/main" id="{1D1D448F-F20E-1D4B-C347-3C1098396ABE}"/>
              </a:ext>
            </a:extLst>
          </p:cNvPr>
          <p:cNvSpPr/>
          <p:nvPr/>
        </p:nvSpPr>
        <p:spPr>
          <a:xfrm>
            <a:off x="2505456" y="4864608"/>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sp>
        <p:nvSpPr>
          <p:cNvPr id="314" name="Rectangle: Rounded Corners 313">
            <a:extLst>
              <a:ext uri="{FF2B5EF4-FFF2-40B4-BE49-F238E27FC236}">
                <a16:creationId xmlns:a16="http://schemas.microsoft.com/office/drawing/2014/main" id="{7866ABFE-7796-17B5-3D9E-A83A9F612B8A}"/>
              </a:ext>
            </a:extLst>
          </p:cNvPr>
          <p:cNvSpPr/>
          <p:nvPr/>
        </p:nvSpPr>
        <p:spPr>
          <a:xfrm>
            <a:off x="2505456" y="5175504"/>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25</a:t>
            </a:r>
          </a:p>
        </p:txBody>
      </p:sp>
      <p:sp>
        <p:nvSpPr>
          <p:cNvPr id="315" name="Rectangle: Rounded Corners 314">
            <a:extLst>
              <a:ext uri="{FF2B5EF4-FFF2-40B4-BE49-F238E27FC236}">
                <a16:creationId xmlns:a16="http://schemas.microsoft.com/office/drawing/2014/main" id="{EC7BDDE8-CE8C-40E8-BCAE-C80B3AC1449F}"/>
              </a:ext>
            </a:extLst>
          </p:cNvPr>
          <p:cNvSpPr/>
          <p:nvPr/>
        </p:nvSpPr>
        <p:spPr>
          <a:xfrm>
            <a:off x="2505456" y="5486400"/>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 name="Rectangle: Rounded Corners 1">
            <a:extLst>
              <a:ext uri="{FF2B5EF4-FFF2-40B4-BE49-F238E27FC236}">
                <a16:creationId xmlns:a16="http://schemas.microsoft.com/office/drawing/2014/main" id="{3AE42968-0B46-8C40-43B6-BB11E4A1AC51}"/>
              </a:ext>
            </a:extLst>
          </p:cNvPr>
          <p:cNvSpPr/>
          <p:nvPr/>
        </p:nvSpPr>
        <p:spPr>
          <a:xfrm>
            <a:off x="177801" y="4549693"/>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DP</a:t>
            </a:r>
          </a:p>
        </p:txBody>
      </p:sp>
      <p:sp>
        <p:nvSpPr>
          <p:cNvPr id="3" name="Rectangle: Rounded Corners 2">
            <a:extLst>
              <a:ext uri="{FF2B5EF4-FFF2-40B4-BE49-F238E27FC236}">
                <a16:creationId xmlns:a16="http://schemas.microsoft.com/office/drawing/2014/main" id="{CB4D2304-B007-30C0-2E7F-284D17B4CA3E}"/>
              </a:ext>
            </a:extLst>
          </p:cNvPr>
          <p:cNvSpPr/>
          <p:nvPr/>
        </p:nvSpPr>
        <p:spPr>
          <a:xfrm>
            <a:off x="170115" y="6108192"/>
            <a:ext cx="1268205" cy="27223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B9BD5"/>
                </a:solidFill>
                <a:effectLst/>
                <a:uLnTx/>
                <a:uFillTx/>
                <a:latin typeface="Calibri" panose="020F0502020204030204"/>
                <a:ea typeface="+mn-ea"/>
                <a:cs typeface="+mn-cs"/>
              </a:rPr>
              <a:t>GRO</a:t>
            </a:r>
          </a:p>
        </p:txBody>
      </p:sp>
      <p:sp>
        <p:nvSpPr>
          <p:cNvPr id="4" name="Rectangle: Rounded Corners 3">
            <a:extLst>
              <a:ext uri="{FF2B5EF4-FFF2-40B4-BE49-F238E27FC236}">
                <a16:creationId xmlns:a16="http://schemas.microsoft.com/office/drawing/2014/main" id="{4CC7CFB4-1835-77F4-D6D3-714C8F0F006B}"/>
              </a:ext>
            </a:extLst>
          </p:cNvPr>
          <p:cNvSpPr/>
          <p:nvPr/>
        </p:nvSpPr>
        <p:spPr>
          <a:xfrm>
            <a:off x="3483864"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26</a:t>
            </a:r>
          </a:p>
        </p:txBody>
      </p:sp>
      <p:sp>
        <p:nvSpPr>
          <p:cNvPr id="5" name="Rectangle: Rounded Corners 4">
            <a:extLst>
              <a:ext uri="{FF2B5EF4-FFF2-40B4-BE49-F238E27FC236}">
                <a16:creationId xmlns:a16="http://schemas.microsoft.com/office/drawing/2014/main" id="{E25EBB06-9430-A636-386E-197F85532078}"/>
              </a:ext>
            </a:extLst>
          </p:cNvPr>
          <p:cNvSpPr/>
          <p:nvPr/>
        </p:nvSpPr>
        <p:spPr>
          <a:xfrm>
            <a:off x="3483864"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Rectangle: Rounded Corners 5">
            <a:extLst>
              <a:ext uri="{FF2B5EF4-FFF2-40B4-BE49-F238E27FC236}">
                <a16:creationId xmlns:a16="http://schemas.microsoft.com/office/drawing/2014/main" id="{B83198F9-6F62-7521-F4C7-1A46E3FD61F0}"/>
              </a:ext>
            </a:extLst>
          </p:cNvPr>
          <p:cNvSpPr/>
          <p:nvPr/>
        </p:nvSpPr>
        <p:spPr>
          <a:xfrm>
            <a:off x="4407408"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4</a:t>
            </a:r>
          </a:p>
        </p:txBody>
      </p:sp>
      <p:sp>
        <p:nvSpPr>
          <p:cNvPr id="7" name="Rectangle: Rounded Corners 6">
            <a:extLst>
              <a:ext uri="{FF2B5EF4-FFF2-40B4-BE49-F238E27FC236}">
                <a16:creationId xmlns:a16="http://schemas.microsoft.com/office/drawing/2014/main" id="{4FB09E21-82D9-3C9F-62AA-6AAB0BB738BE}"/>
              </a:ext>
            </a:extLst>
          </p:cNvPr>
          <p:cNvSpPr/>
          <p:nvPr/>
        </p:nvSpPr>
        <p:spPr>
          <a:xfrm>
            <a:off x="4407408"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8" name="Rectangle: Rounded Corners 7">
            <a:extLst>
              <a:ext uri="{FF2B5EF4-FFF2-40B4-BE49-F238E27FC236}">
                <a16:creationId xmlns:a16="http://schemas.microsoft.com/office/drawing/2014/main" id="{EDBF18E3-A0B2-CD17-2B07-463723F192FF}"/>
              </a:ext>
            </a:extLst>
          </p:cNvPr>
          <p:cNvSpPr/>
          <p:nvPr/>
        </p:nvSpPr>
        <p:spPr>
          <a:xfrm>
            <a:off x="5394960"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0" name="Rectangle: Rounded Corners 9">
            <a:extLst>
              <a:ext uri="{FF2B5EF4-FFF2-40B4-BE49-F238E27FC236}">
                <a16:creationId xmlns:a16="http://schemas.microsoft.com/office/drawing/2014/main" id="{EBC7FA61-5A48-800A-2C8B-5A8A1268E8B3}"/>
              </a:ext>
            </a:extLst>
          </p:cNvPr>
          <p:cNvSpPr/>
          <p:nvPr/>
        </p:nvSpPr>
        <p:spPr>
          <a:xfrm>
            <a:off x="5394960"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sp>
        <p:nvSpPr>
          <p:cNvPr id="11" name="Rectangle: Rounded Corners 10">
            <a:extLst>
              <a:ext uri="{FF2B5EF4-FFF2-40B4-BE49-F238E27FC236}">
                <a16:creationId xmlns:a16="http://schemas.microsoft.com/office/drawing/2014/main" id="{2D298A9A-997A-45EA-6AF7-22313AE20AE2}"/>
              </a:ext>
            </a:extLst>
          </p:cNvPr>
          <p:cNvSpPr/>
          <p:nvPr/>
        </p:nvSpPr>
        <p:spPr>
          <a:xfrm>
            <a:off x="6318504"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2" name="Rectangle: Rounded Corners 11">
            <a:extLst>
              <a:ext uri="{FF2B5EF4-FFF2-40B4-BE49-F238E27FC236}">
                <a16:creationId xmlns:a16="http://schemas.microsoft.com/office/drawing/2014/main" id="{3A9E184C-773A-DF56-F1F8-83FE0FB3C9D7}"/>
              </a:ext>
            </a:extLst>
          </p:cNvPr>
          <p:cNvSpPr/>
          <p:nvPr/>
        </p:nvSpPr>
        <p:spPr>
          <a:xfrm>
            <a:off x="6318504"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13" name="Rectangle: Rounded Corners 12">
            <a:extLst>
              <a:ext uri="{FF2B5EF4-FFF2-40B4-BE49-F238E27FC236}">
                <a16:creationId xmlns:a16="http://schemas.microsoft.com/office/drawing/2014/main" id="{1AD2F61A-C5DF-39FE-C5FB-F0CD5265D86E}"/>
              </a:ext>
            </a:extLst>
          </p:cNvPr>
          <p:cNvSpPr/>
          <p:nvPr/>
        </p:nvSpPr>
        <p:spPr>
          <a:xfrm>
            <a:off x="7306056"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97</a:t>
            </a:r>
          </a:p>
        </p:txBody>
      </p:sp>
      <p:sp>
        <p:nvSpPr>
          <p:cNvPr id="14" name="Rectangle: Rounded Corners 13">
            <a:extLst>
              <a:ext uri="{FF2B5EF4-FFF2-40B4-BE49-F238E27FC236}">
                <a16:creationId xmlns:a16="http://schemas.microsoft.com/office/drawing/2014/main" id="{711CB50E-FC1D-9DF0-25AF-2DDB8B976518}"/>
              </a:ext>
            </a:extLst>
          </p:cNvPr>
          <p:cNvSpPr/>
          <p:nvPr/>
        </p:nvSpPr>
        <p:spPr>
          <a:xfrm>
            <a:off x="7306056"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24</a:t>
            </a:r>
          </a:p>
        </p:txBody>
      </p:sp>
      <p:sp>
        <p:nvSpPr>
          <p:cNvPr id="15" name="Rectangle: Rounded Corners 14">
            <a:extLst>
              <a:ext uri="{FF2B5EF4-FFF2-40B4-BE49-F238E27FC236}">
                <a16:creationId xmlns:a16="http://schemas.microsoft.com/office/drawing/2014/main" id="{F28C5DD3-7FD7-22BD-7B32-BF02FF9E7F86}"/>
              </a:ext>
            </a:extLst>
          </p:cNvPr>
          <p:cNvSpPr/>
          <p:nvPr/>
        </p:nvSpPr>
        <p:spPr>
          <a:xfrm>
            <a:off x="8229600"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38</a:t>
            </a:r>
          </a:p>
        </p:txBody>
      </p:sp>
      <p:sp>
        <p:nvSpPr>
          <p:cNvPr id="17" name="Rectangle: Rounded Corners 16">
            <a:extLst>
              <a:ext uri="{FF2B5EF4-FFF2-40B4-BE49-F238E27FC236}">
                <a16:creationId xmlns:a16="http://schemas.microsoft.com/office/drawing/2014/main" id="{6F91E134-9B40-B391-0F81-40761D196FB8}"/>
              </a:ext>
            </a:extLst>
          </p:cNvPr>
          <p:cNvSpPr/>
          <p:nvPr/>
        </p:nvSpPr>
        <p:spPr>
          <a:xfrm>
            <a:off x="8229600"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18" name="Rectangle: Rounded Corners 17">
            <a:extLst>
              <a:ext uri="{FF2B5EF4-FFF2-40B4-BE49-F238E27FC236}">
                <a16:creationId xmlns:a16="http://schemas.microsoft.com/office/drawing/2014/main" id="{E4900962-2D3C-6510-E8A5-CB43B0393F6E}"/>
              </a:ext>
            </a:extLst>
          </p:cNvPr>
          <p:cNvSpPr/>
          <p:nvPr/>
        </p:nvSpPr>
        <p:spPr>
          <a:xfrm>
            <a:off x="9281160"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19" name="Rectangle: Rounded Corners 18">
            <a:extLst>
              <a:ext uri="{FF2B5EF4-FFF2-40B4-BE49-F238E27FC236}">
                <a16:creationId xmlns:a16="http://schemas.microsoft.com/office/drawing/2014/main" id="{6F9B045A-2DEF-98AF-327D-8BB614886316}"/>
              </a:ext>
            </a:extLst>
          </p:cNvPr>
          <p:cNvSpPr/>
          <p:nvPr/>
        </p:nvSpPr>
        <p:spPr>
          <a:xfrm>
            <a:off x="9281160"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0" name="Rectangle: Rounded Corners 19">
            <a:extLst>
              <a:ext uri="{FF2B5EF4-FFF2-40B4-BE49-F238E27FC236}">
                <a16:creationId xmlns:a16="http://schemas.microsoft.com/office/drawing/2014/main" id="{5235BB36-5C81-485E-41E6-F5B17E14DDDC}"/>
              </a:ext>
            </a:extLst>
          </p:cNvPr>
          <p:cNvSpPr/>
          <p:nvPr/>
        </p:nvSpPr>
        <p:spPr>
          <a:xfrm>
            <a:off x="10195560"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8</a:t>
            </a:r>
          </a:p>
        </p:txBody>
      </p:sp>
      <p:sp>
        <p:nvSpPr>
          <p:cNvPr id="21" name="Rectangle: Rounded Corners 20">
            <a:extLst>
              <a:ext uri="{FF2B5EF4-FFF2-40B4-BE49-F238E27FC236}">
                <a16:creationId xmlns:a16="http://schemas.microsoft.com/office/drawing/2014/main" id="{CF25A334-3F21-58FA-41E5-06DEB2E7982F}"/>
              </a:ext>
            </a:extLst>
          </p:cNvPr>
          <p:cNvSpPr/>
          <p:nvPr/>
        </p:nvSpPr>
        <p:spPr>
          <a:xfrm>
            <a:off x="10195560"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sp>
        <p:nvSpPr>
          <p:cNvPr id="22" name="Rectangle: Rounded Corners 21">
            <a:extLst>
              <a:ext uri="{FF2B5EF4-FFF2-40B4-BE49-F238E27FC236}">
                <a16:creationId xmlns:a16="http://schemas.microsoft.com/office/drawing/2014/main" id="{D02B9C7A-DBAC-E191-5D28-8D073D4408FB}"/>
              </a:ext>
            </a:extLst>
          </p:cNvPr>
          <p:cNvSpPr/>
          <p:nvPr/>
        </p:nvSpPr>
        <p:spPr>
          <a:xfrm>
            <a:off x="11109960"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3" name="Rectangle: Rounded Corners 22">
            <a:extLst>
              <a:ext uri="{FF2B5EF4-FFF2-40B4-BE49-F238E27FC236}">
                <a16:creationId xmlns:a16="http://schemas.microsoft.com/office/drawing/2014/main" id="{936505A1-9F56-3B26-6BB3-E427B03C301A}"/>
              </a:ext>
            </a:extLst>
          </p:cNvPr>
          <p:cNvSpPr/>
          <p:nvPr/>
        </p:nvSpPr>
        <p:spPr>
          <a:xfrm>
            <a:off x="11109960"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Rectangle: Rounded Corners 27">
            <a:extLst>
              <a:ext uri="{FF2B5EF4-FFF2-40B4-BE49-F238E27FC236}">
                <a16:creationId xmlns:a16="http://schemas.microsoft.com/office/drawing/2014/main" id="{18ADE7E4-ED54-C430-37A7-C45209F4D02B}"/>
              </a:ext>
            </a:extLst>
          </p:cNvPr>
          <p:cNvSpPr/>
          <p:nvPr/>
        </p:nvSpPr>
        <p:spPr>
          <a:xfrm>
            <a:off x="1581912"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25</a:t>
            </a:r>
          </a:p>
        </p:txBody>
      </p:sp>
      <p:sp>
        <p:nvSpPr>
          <p:cNvPr id="29" name="Rectangle: Rounded Corners 28">
            <a:extLst>
              <a:ext uri="{FF2B5EF4-FFF2-40B4-BE49-F238E27FC236}">
                <a16:creationId xmlns:a16="http://schemas.microsoft.com/office/drawing/2014/main" id="{CDF62752-2271-9ABB-7892-D213E782D4FA}"/>
              </a:ext>
            </a:extLst>
          </p:cNvPr>
          <p:cNvSpPr/>
          <p:nvPr/>
        </p:nvSpPr>
        <p:spPr>
          <a:xfrm>
            <a:off x="1581912"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11</a:t>
            </a:r>
          </a:p>
        </p:txBody>
      </p:sp>
      <p:sp>
        <p:nvSpPr>
          <p:cNvPr id="30" name="Rectangle: Rounded Corners 29">
            <a:extLst>
              <a:ext uri="{FF2B5EF4-FFF2-40B4-BE49-F238E27FC236}">
                <a16:creationId xmlns:a16="http://schemas.microsoft.com/office/drawing/2014/main" id="{5CA85830-42CE-4764-2263-242C900D8E87}"/>
              </a:ext>
            </a:extLst>
          </p:cNvPr>
          <p:cNvSpPr/>
          <p:nvPr/>
        </p:nvSpPr>
        <p:spPr>
          <a:xfrm>
            <a:off x="2505456" y="5797296"/>
            <a:ext cx="834396" cy="2672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1" name="Rectangle: Rounded Corners 30">
            <a:extLst>
              <a:ext uri="{FF2B5EF4-FFF2-40B4-BE49-F238E27FC236}">
                <a16:creationId xmlns:a16="http://schemas.microsoft.com/office/drawing/2014/main" id="{14943B3F-2C5B-4DA0-6978-57128DEAF3FE}"/>
              </a:ext>
            </a:extLst>
          </p:cNvPr>
          <p:cNvSpPr/>
          <p:nvPr/>
        </p:nvSpPr>
        <p:spPr>
          <a:xfrm>
            <a:off x="2505456" y="6108192"/>
            <a:ext cx="834396" cy="2743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2" name="Rectangle: Rounded Corners 31">
            <a:extLst>
              <a:ext uri="{FF2B5EF4-FFF2-40B4-BE49-F238E27FC236}">
                <a16:creationId xmlns:a16="http://schemas.microsoft.com/office/drawing/2014/main" id="{30A08737-4CAA-F7D7-4A64-A7C28D4793F7}"/>
              </a:ext>
            </a:extLst>
          </p:cNvPr>
          <p:cNvSpPr/>
          <p:nvPr/>
        </p:nvSpPr>
        <p:spPr>
          <a:xfrm>
            <a:off x="1539154" y="4489616"/>
            <a:ext cx="1845396" cy="196608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6D45E71D-3F07-FE53-E07B-BE04982948B9}"/>
              </a:ext>
            </a:extLst>
          </p:cNvPr>
          <p:cNvSpPr/>
          <p:nvPr/>
        </p:nvSpPr>
        <p:spPr>
          <a:xfrm>
            <a:off x="3449579" y="4489616"/>
            <a:ext cx="1845396" cy="196608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4E96C864-3AC3-E906-165E-906B56466D27}"/>
              </a:ext>
            </a:extLst>
          </p:cNvPr>
          <p:cNvSpPr/>
          <p:nvPr/>
        </p:nvSpPr>
        <p:spPr>
          <a:xfrm>
            <a:off x="5359385" y="4498219"/>
            <a:ext cx="1845396" cy="196608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05F1D357-6883-4C14-BA95-A4B02BA323D8}"/>
              </a:ext>
            </a:extLst>
          </p:cNvPr>
          <p:cNvSpPr/>
          <p:nvPr/>
        </p:nvSpPr>
        <p:spPr>
          <a:xfrm>
            <a:off x="7269191" y="4489616"/>
            <a:ext cx="1845396" cy="196608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EFEBD2B6-D002-DC71-1516-0ABA8915C3B2}"/>
              </a:ext>
            </a:extLst>
          </p:cNvPr>
          <p:cNvSpPr/>
          <p:nvPr/>
        </p:nvSpPr>
        <p:spPr>
          <a:xfrm>
            <a:off x="9243406" y="4498219"/>
            <a:ext cx="2770793" cy="196608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A89F2D3F-1AB9-B69C-7EB6-EF5C9CFD2F41}"/>
              </a:ext>
            </a:extLst>
          </p:cNvPr>
          <p:cNvSpPr/>
          <p:nvPr/>
        </p:nvSpPr>
        <p:spPr>
          <a:xfrm>
            <a:off x="124506" y="4169197"/>
            <a:ext cx="1364378" cy="2276131"/>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Rounded Corners 38">
            <a:extLst>
              <a:ext uri="{FF2B5EF4-FFF2-40B4-BE49-F238E27FC236}">
                <a16:creationId xmlns:a16="http://schemas.microsoft.com/office/drawing/2014/main" id="{A08660F3-BC02-33C7-E71A-831A8E4E12F7}"/>
              </a:ext>
            </a:extLst>
          </p:cNvPr>
          <p:cNvSpPr/>
          <p:nvPr/>
        </p:nvSpPr>
        <p:spPr>
          <a:xfrm>
            <a:off x="60216" y="76988"/>
            <a:ext cx="12074634" cy="6654012"/>
          </a:xfrm>
          <a:prstGeom prst="roundRect">
            <a:avLst>
              <a:gd name="adj" fmla="val 1881"/>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Rounded Corners 37">
            <a:extLst>
              <a:ext uri="{FF2B5EF4-FFF2-40B4-BE49-F238E27FC236}">
                <a16:creationId xmlns:a16="http://schemas.microsoft.com/office/drawing/2014/main" id="{A13E239F-DBA0-D7C9-4009-070443DEDA2F}"/>
              </a:ext>
            </a:extLst>
          </p:cNvPr>
          <p:cNvSpPr/>
          <p:nvPr/>
        </p:nvSpPr>
        <p:spPr>
          <a:xfrm>
            <a:off x="5183822" y="6507967"/>
            <a:ext cx="2160206" cy="17037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All Numbers based on Sept Census</a:t>
            </a:r>
          </a:p>
        </p:txBody>
      </p:sp>
    </p:spTree>
    <p:extLst>
      <p:ext uri="{BB962C8B-B14F-4D97-AF65-F5344CB8AC3E}">
        <p14:creationId xmlns:p14="http://schemas.microsoft.com/office/powerpoint/2010/main" val="2100991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https://euc-powerpoint.officeapps.live.com/pods/GetClipboardImage.ashx?Id=b3234493-ec60-4c7f-89f6-b93ac8879f43&amp;DC=GEU9&amp;pkey=e077fcd9-c34d-43b6-b8e4-fde41ae19874&amp;wdwaccluster=GEU9">
            <a:extLst>
              <a:ext uri="{FF2B5EF4-FFF2-40B4-BE49-F238E27FC236}">
                <a16:creationId xmlns:a16="http://schemas.microsoft.com/office/drawing/2014/main" id="{AAE1220B-42F2-B8D7-158A-1EF80F7E8BB2}"/>
              </a:ext>
            </a:extLst>
          </p:cNvPr>
          <p:cNvSpPr txBox="1">
            <a:spLocks noChangeAspect="1" noChangeArrowheads="1"/>
          </p:cNvSpPr>
          <p:nvPr/>
        </p:nvSpPr>
        <p:spPr bwMode="auto">
          <a:xfrm>
            <a:off x="0" y="80682"/>
            <a:ext cx="8513700" cy="4303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Product Launches – 2024  Designation Training Plans </a:t>
            </a:r>
          </a:p>
        </p:txBody>
      </p:sp>
      <p:sp>
        <p:nvSpPr>
          <p:cNvPr id="101" name="Rectangle: Rounded Corners 100">
            <a:extLst>
              <a:ext uri="{FF2B5EF4-FFF2-40B4-BE49-F238E27FC236}">
                <a16:creationId xmlns:a16="http://schemas.microsoft.com/office/drawing/2014/main" id="{E125F51D-EA08-2AF7-AE63-978DA3CC24B9}"/>
              </a:ext>
            </a:extLst>
          </p:cNvPr>
          <p:cNvSpPr/>
          <p:nvPr/>
        </p:nvSpPr>
        <p:spPr>
          <a:xfrm>
            <a:off x="99557" y="3804903"/>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2024 MC</a:t>
            </a:r>
          </a:p>
        </p:txBody>
      </p:sp>
      <p:sp>
        <p:nvSpPr>
          <p:cNvPr id="130" name="Rectangle: Rounded Corners 129">
            <a:extLst>
              <a:ext uri="{FF2B5EF4-FFF2-40B4-BE49-F238E27FC236}">
                <a16:creationId xmlns:a16="http://schemas.microsoft.com/office/drawing/2014/main" id="{5CFFCDD8-9F87-BB96-FF9C-0C645B7EA766}"/>
              </a:ext>
            </a:extLst>
          </p:cNvPr>
          <p:cNvSpPr/>
          <p:nvPr/>
        </p:nvSpPr>
        <p:spPr>
          <a:xfrm>
            <a:off x="80384" y="4142231"/>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Wrangler</a:t>
            </a:r>
          </a:p>
        </p:txBody>
      </p:sp>
      <p:sp>
        <p:nvSpPr>
          <p:cNvPr id="291" name="Rectangle: Rounded Corners 290">
            <a:extLst>
              <a:ext uri="{FF2B5EF4-FFF2-40B4-BE49-F238E27FC236}">
                <a16:creationId xmlns:a16="http://schemas.microsoft.com/office/drawing/2014/main" id="{64D8073A-97F6-1F30-F4A2-BA72A2912F06}"/>
              </a:ext>
            </a:extLst>
          </p:cNvPr>
          <p:cNvSpPr/>
          <p:nvPr/>
        </p:nvSpPr>
        <p:spPr>
          <a:xfrm>
            <a:off x="46615" y="3746622"/>
            <a:ext cx="1373555" cy="2641478"/>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Rectangle: Rounded Corners 1">
            <a:extLst>
              <a:ext uri="{FF2B5EF4-FFF2-40B4-BE49-F238E27FC236}">
                <a16:creationId xmlns:a16="http://schemas.microsoft.com/office/drawing/2014/main" id="{79A6E2E5-3645-7461-D917-41CC6279CAD2}"/>
              </a:ext>
            </a:extLst>
          </p:cNvPr>
          <p:cNvSpPr/>
          <p:nvPr/>
        </p:nvSpPr>
        <p:spPr>
          <a:xfrm>
            <a:off x="80384" y="523951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RAM 1500</a:t>
            </a:r>
          </a:p>
        </p:txBody>
      </p:sp>
      <p:sp>
        <p:nvSpPr>
          <p:cNvPr id="3" name="Rectangle: Rounded Corners 2">
            <a:extLst>
              <a:ext uri="{FF2B5EF4-FFF2-40B4-BE49-F238E27FC236}">
                <a16:creationId xmlns:a16="http://schemas.microsoft.com/office/drawing/2014/main" id="{F14314F1-7895-33ED-EE01-2BEFEFBA6E3D}"/>
              </a:ext>
            </a:extLst>
          </p:cNvPr>
          <p:cNvSpPr/>
          <p:nvPr/>
        </p:nvSpPr>
        <p:spPr>
          <a:xfrm>
            <a:off x="80384" y="119162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EX30</a:t>
            </a:r>
          </a:p>
        </p:txBody>
      </p:sp>
      <p:sp>
        <p:nvSpPr>
          <p:cNvPr id="4" name="Rectangle: Rounded Corners 3">
            <a:extLst>
              <a:ext uri="{FF2B5EF4-FFF2-40B4-BE49-F238E27FC236}">
                <a16:creationId xmlns:a16="http://schemas.microsoft.com/office/drawing/2014/main" id="{6FD0E289-9532-41F8-B918-CB04F057F499}"/>
              </a:ext>
            </a:extLst>
          </p:cNvPr>
          <p:cNvSpPr/>
          <p:nvPr/>
        </p:nvSpPr>
        <p:spPr>
          <a:xfrm>
            <a:off x="80384" y="228417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EX90</a:t>
            </a:r>
          </a:p>
        </p:txBody>
      </p:sp>
      <p:sp>
        <p:nvSpPr>
          <p:cNvPr id="5" name="Rectangle: Rounded Corners 4">
            <a:extLst>
              <a:ext uri="{FF2B5EF4-FFF2-40B4-BE49-F238E27FC236}">
                <a16:creationId xmlns:a16="http://schemas.microsoft.com/office/drawing/2014/main" id="{194C3ECB-DAA9-2686-F128-D67C6573DE6C}"/>
              </a:ext>
            </a:extLst>
          </p:cNvPr>
          <p:cNvSpPr/>
          <p:nvPr/>
        </p:nvSpPr>
        <p:spPr>
          <a:xfrm>
            <a:off x="99557" y="632768"/>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2024 NV</a:t>
            </a:r>
          </a:p>
        </p:txBody>
      </p:sp>
      <p:sp>
        <p:nvSpPr>
          <p:cNvPr id="6" name="Rectangle: Rounded Corners 5">
            <a:extLst>
              <a:ext uri="{FF2B5EF4-FFF2-40B4-BE49-F238E27FC236}">
                <a16:creationId xmlns:a16="http://schemas.microsoft.com/office/drawing/2014/main" id="{7E2CBAA9-4863-BEF4-C601-273FD72B3E36}"/>
              </a:ext>
            </a:extLst>
          </p:cNvPr>
          <p:cNvSpPr/>
          <p:nvPr/>
        </p:nvSpPr>
        <p:spPr>
          <a:xfrm>
            <a:off x="80384" y="3378737"/>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Odessey</a:t>
            </a:r>
          </a:p>
        </p:txBody>
      </p:sp>
      <p:sp>
        <p:nvSpPr>
          <p:cNvPr id="7" name="Rectangle: Rounded Corners 6">
            <a:extLst>
              <a:ext uri="{FF2B5EF4-FFF2-40B4-BE49-F238E27FC236}">
                <a16:creationId xmlns:a16="http://schemas.microsoft.com/office/drawing/2014/main" id="{80DBC3E0-F527-5495-2F37-2056F61B4C11}"/>
              </a:ext>
            </a:extLst>
          </p:cNvPr>
          <p:cNvSpPr/>
          <p:nvPr/>
        </p:nvSpPr>
        <p:spPr>
          <a:xfrm>
            <a:off x="46615" y="574488"/>
            <a:ext cx="1373555" cy="3080700"/>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962D7382-F3D7-5B2F-6030-8DAC6A2414F3}"/>
              </a:ext>
            </a:extLst>
          </p:cNvPr>
          <p:cNvSpPr/>
          <p:nvPr/>
        </p:nvSpPr>
        <p:spPr>
          <a:xfrm>
            <a:off x="80384" y="2067505"/>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Prado</a:t>
            </a:r>
          </a:p>
        </p:txBody>
      </p:sp>
      <p:sp>
        <p:nvSpPr>
          <p:cNvPr id="10" name="Rectangle: Rounded Corners 9">
            <a:extLst>
              <a:ext uri="{FF2B5EF4-FFF2-40B4-BE49-F238E27FC236}">
                <a16:creationId xmlns:a16="http://schemas.microsoft.com/office/drawing/2014/main" id="{0F9777EC-C250-8B03-D0B5-F307F61787FA}"/>
              </a:ext>
            </a:extLst>
          </p:cNvPr>
          <p:cNvSpPr/>
          <p:nvPr/>
        </p:nvSpPr>
        <p:spPr>
          <a:xfrm>
            <a:off x="80384" y="2505456"/>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Camry</a:t>
            </a:r>
          </a:p>
        </p:txBody>
      </p:sp>
      <p:sp>
        <p:nvSpPr>
          <p:cNvPr id="11" name="Rectangle: Rounded Corners 10">
            <a:extLst>
              <a:ext uri="{FF2B5EF4-FFF2-40B4-BE49-F238E27FC236}">
                <a16:creationId xmlns:a16="http://schemas.microsoft.com/office/drawing/2014/main" id="{E74438BB-FFAE-348C-4B1F-35F1C4E9727F}"/>
              </a:ext>
            </a:extLst>
          </p:cNvPr>
          <p:cNvSpPr/>
          <p:nvPr/>
        </p:nvSpPr>
        <p:spPr>
          <a:xfrm>
            <a:off x="80384" y="294585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LC300</a:t>
            </a:r>
          </a:p>
        </p:txBody>
      </p:sp>
      <p:sp>
        <p:nvSpPr>
          <p:cNvPr id="12" name="Rectangle: Rounded Corners 11">
            <a:extLst>
              <a:ext uri="{FF2B5EF4-FFF2-40B4-BE49-F238E27FC236}">
                <a16:creationId xmlns:a16="http://schemas.microsoft.com/office/drawing/2014/main" id="{1326D9E5-2E20-C505-25FE-C76AAA2418DF}"/>
              </a:ext>
            </a:extLst>
          </p:cNvPr>
          <p:cNvSpPr/>
          <p:nvPr/>
        </p:nvSpPr>
        <p:spPr>
          <a:xfrm>
            <a:off x="80384" y="1850571"/>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Polestar 3</a:t>
            </a:r>
          </a:p>
        </p:txBody>
      </p:sp>
      <p:sp>
        <p:nvSpPr>
          <p:cNvPr id="13" name="Rectangle: Rounded Corners 12">
            <a:extLst>
              <a:ext uri="{FF2B5EF4-FFF2-40B4-BE49-F238E27FC236}">
                <a16:creationId xmlns:a16="http://schemas.microsoft.com/office/drawing/2014/main" id="{2D4CA6EA-5C2F-70EA-3124-5E161462E9DA}"/>
              </a:ext>
            </a:extLst>
          </p:cNvPr>
          <p:cNvSpPr/>
          <p:nvPr/>
        </p:nvSpPr>
        <p:spPr>
          <a:xfrm>
            <a:off x="80384" y="272491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Polestar 4</a:t>
            </a:r>
          </a:p>
        </p:txBody>
      </p:sp>
      <p:sp>
        <p:nvSpPr>
          <p:cNvPr id="15" name="Rectangle: Rounded Corners 14">
            <a:extLst>
              <a:ext uri="{FF2B5EF4-FFF2-40B4-BE49-F238E27FC236}">
                <a16:creationId xmlns:a16="http://schemas.microsoft.com/office/drawing/2014/main" id="{8C8D61B3-BDDC-B8FB-352B-431B87131BBC}"/>
              </a:ext>
            </a:extLst>
          </p:cNvPr>
          <p:cNvSpPr/>
          <p:nvPr/>
        </p:nvSpPr>
        <p:spPr>
          <a:xfrm>
            <a:off x="80384" y="97010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Qin Plus</a:t>
            </a:r>
          </a:p>
        </p:txBody>
      </p:sp>
      <p:sp>
        <p:nvSpPr>
          <p:cNvPr id="17" name="Rectangle: Rounded Corners 16">
            <a:extLst>
              <a:ext uri="{FF2B5EF4-FFF2-40B4-BE49-F238E27FC236}">
                <a16:creationId xmlns:a16="http://schemas.microsoft.com/office/drawing/2014/main" id="{CC973152-2FAF-78A3-81FD-987F5FC6379A}"/>
              </a:ext>
            </a:extLst>
          </p:cNvPr>
          <p:cNvSpPr/>
          <p:nvPr/>
        </p:nvSpPr>
        <p:spPr>
          <a:xfrm>
            <a:off x="80384" y="1631462"/>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Song Plus</a:t>
            </a:r>
          </a:p>
        </p:txBody>
      </p:sp>
      <p:sp>
        <p:nvSpPr>
          <p:cNvPr id="18" name="Rectangle: Rounded Corners 17">
            <a:extLst>
              <a:ext uri="{FF2B5EF4-FFF2-40B4-BE49-F238E27FC236}">
                <a16:creationId xmlns:a16="http://schemas.microsoft.com/office/drawing/2014/main" id="{92F9A8CC-CFCC-7A0C-B550-DC3A0B2E6FA1}"/>
              </a:ext>
            </a:extLst>
          </p:cNvPr>
          <p:cNvSpPr/>
          <p:nvPr/>
        </p:nvSpPr>
        <p:spPr>
          <a:xfrm>
            <a:off x="80384" y="3163824"/>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Sea-Lion</a:t>
            </a:r>
          </a:p>
        </p:txBody>
      </p:sp>
      <p:sp>
        <p:nvSpPr>
          <p:cNvPr id="19" name="Rectangle: Rounded Corners 18">
            <a:extLst>
              <a:ext uri="{FF2B5EF4-FFF2-40B4-BE49-F238E27FC236}">
                <a16:creationId xmlns:a16="http://schemas.microsoft.com/office/drawing/2014/main" id="{C396BCE8-9969-9AEF-8D63-BC2A3C2A7B9C}"/>
              </a:ext>
            </a:extLst>
          </p:cNvPr>
          <p:cNvSpPr/>
          <p:nvPr/>
        </p:nvSpPr>
        <p:spPr>
          <a:xfrm>
            <a:off x="80384" y="1408176"/>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Seal</a:t>
            </a:r>
          </a:p>
        </p:txBody>
      </p:sp>
      <p:sp>
        <p:nvSpPr>
          <p:cNvPr id="20" name="Rectangle: Rounded Corners 19">
            <a:extLst>
              <a:ext uri="{FF2B5EF4-FFF2-40B4-BE49-F238E27FC236}">
                <a16:creationId xmlns:a16="http://schemas.microsoft.com/office/drawing/2014/main" id="{375618DD-109D-AEE7-419D-70717166E263}"/>
              </a:ext>
            </a:extLst>
          </p:cNvPr>
          <p:cNvSpPr/>
          <p:nvPr/>
        </p:nvSpPr>
        <p:spPr>
          <a:xfrm>
            <a:off x="80384" y="4361688"/>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GR86</a:t>
            </a:r>
          </a:p>
        </p:txBody>
      </p:sp>
      <p:sp>
        <p:nvSpPr>
          <p:cNvPr id="21" name="Rectangle: Rounded Corners 20">
            <a:extLst>
              <a:ext uri="{FF2B5EF4-FFF2-40B4-BE49-F238E27FC236}">
                <a16:creationId xmlns:a16="http://schemas.microsoft.com/office/drawing/2014/main" id="{47684634-2D7B-9F7E-588C-9EDA995AA0EC}"/>
              </a:ext>
            </a:extLst>
          </p:cNvPr>
          <p:cNvSpPr/>
          <p:nvPr/>
        </p:nvSpPr>
        <p:spPr>
          <a:xfrm>
            <a:off x="80384" y="5020056"/>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LC300 SE</a:t>
            </a:r>
          </a:p>
        </p:txBody>
      </p:sp>
      <p:sp>
        <p:nvSpPr>
          <p:cNvPr id="22" name="Rectangle: Rounded Corners 21">
            <a:extLst>
              <a:ext uri="{FF2B5EF4-FFF2-40B4-BE49-F238E27FC236}">
                <a16:creationId xmlns:a16="http://schemas.microsoft.com/office/drawing/2014/main" id="{059555A0-F3EE-9186-EAC5-949263B36630}"/>
              </a:ext>
            </a:extLst>
          </p:cNvPr>
          <p:cNvSpPr/>
          <p:nvPr/>
        </p:nvSpPr>
        <p:spPr>
          <a:xfrm>
            <a:off x="80384" y="5458968"/>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Fortuner SE</a:t>
            </a:r>
          </a:p>
        </p:txBody>
      </p:sp>
      <p:sp>
        <p:nvSpPr>
          <p:cNvPr id="23" name="Rectangle: Rounded Corners 22">
            <a:extLst>
              <a:ext uri="{FF2B5EF4-FFF2-40B4-BE49-F238E27FC236}">
                <a16:creationId xmlns:a16="http://schemas.microsoft.com/office/drawing/2014/main" id="{D025BFC1-2C89-5B93-FEF1-60EB7A542E64}"/>
              </a:ext>
            </a:extLst>
          </p:cNvPr>
          <p:cNvSpPr/>
          <p:nvPr/>
        </p:nvSpPr>
        <p:spPr>
          <a:xfrm>
            <a:off x="80384" y="6117336"/>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Corolla Cross</a:t>
            </a:r>
          </a:p>
        </p:txBody>
      </p:sp>
      <p:sp>
        <p:nvSpPr>
          <p:cNvPr id="28" name="Rectangle: Rounded Corners 27">
            <a:extLst>
              <a:ext uri="{FF2B5EF4-FFF2-40B4-BE49-F238E27FC236}">
                <a16:creationId xmlns:a16="http://schemas.microsoft.com/office/drawing/2014/main" id="{88EE07F0-6118-E1E9-4DDD-2421F92B7B7D}"/>
              </a:ext>
            </a:extLst>
          </p:cNvPr>
          <p:cNvSpPr/>
          <p:nvPr/>
        </p:nvSpPr>
        <p:spPr>
          <a:xfrm>
            <a:off x="80384" y="5897880"/>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RAV4 SE</a:t>
            </a:r>
          </a:p>
        </p:txBody>
      </p:sp>
      <p:sp>
        <p:nvSpPr>
          <p:cNvPr id="29" name="Rectangle: Rounded Corners 28">
            <a:extLst>
              <a:ext uri="{FF2B5EF4-FFF2-40B4-BE49-F238E27FC236}">
                <a16:creationId xmlns:a16="http://schemas.microsoft.com/office/drawing/2014/main" id="{997405E2-41D3-DA03-72FC-9C7FFCEA7874}"/>
              </a:ext>
            </a:extLst>
          </p:cNvPr>
          <p:cNvSpPr/>
          <p:nvPr/>
        </p:nvSpPr>
        <p:spPr>
          <a:xfrm>
            <a:off x="80384" y="4581144"/>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UX</a:t>
            </a:r>
          </a:p>
        </p:txBody>
      </p:sp>
      <p:sp>
        <p:nvSpPr>
          <p:cNvPr id="31" name="Rectangle: Rounded Corners 30">
            <a:extLst>
              <a:ext uri="{FF2B5EF4-FFF2-40B4-BE49-F238E27FC236}">
                <a16:creationId xmlns:a16="http://schemas.microsoft.com/office/drawing/2014/main" id="{604B7DEA-7960-ACCE-5D83-14296CDC0D6E}"/>
              </a:ext>
            </a:extLst>
          </p:cNvPr>
          <p:cNvSpPr/>
          <p:nvPr/>
        </p:nvSpPr>
        <p:spPr>
          <a:xfrm>
            <a:off x="80384" y="5678424"/>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LX</a:t>
            </a:r>
          </a:p>
        </p:txBody>
      </p:sp>
      <p:sp>
        <p:nvSpPr>
          <p:cNvPr id="32" name="Rectangle: Rounded Corners 31">
            <a:extLst>
              <a:ext uri="{FF2B5EF4-FFF2-40B4-BE49-F238E27FC236}">
                <a16:creationId xmlns:a16="http://schemas.microsoft.com/office/drawing/2014/main" id="{91FF9CEA-AE3F-50EE-C04D-040C65158F7D}"/>
              </a:ext>
            </a:extLst>
          </p:cNvPr>
          <p:cNvSpPr/>
          <p:nvPr/>
        </p:nvSpPr>
        <p:spPr>
          <a:xfrm>
            <a:off x="80384" y="4800600"/>
            <a:ext cx="88696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ES SE</a:t>
            </a:r>
          </a:p>
        </p:txBody>
      </p:sp>
      <p:sp>
        <p:nvSpPr>
          <p:cNvPr id="33" name="Rectangle: Rounded Corners 32">
            <a:extLst>
              <a:ext uri="{FF2B5EF4-FFF2-40B4-BE49-F238E27FC236}">
                <a16:creationId xmlns:a16="http://schemas.microsoft.com/office/drawing/2014/main" id="{8F42D2C5-35CF-FFDF-C4B9-F47E466C8419}"/>
              </a:ext>
            </a:extLst>
          </p:cNvPr>
          <p:cNvSpPr/>
          <p:nvPr/>
        </p:nvSpPr>
        <p:spPr>
          <a:xfrm>
            <a:off x="2906412"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4" name="Rectangle: Rounded Corners 33">
            <a:extLst>
              <a:ext uri="{FF2B5EF4-FFF2-40B4-BE49-F238E27FC236}">
                <a16:creationId xmlns:a16="http://schemas.microsoft.com/office/drawing/2014/main" id="{75233D10-81B6-EEFA-6C19-7142A362881C}"/>
              </a:ext>
            </a:extLst>
          </p:cNvPr>
          <p:cNvSpPr/>
          <p:nvPr/>
        </p:nvSpPr>
        <p:spPr>
          <a:xfrm>
            <a:off x="2906411" y="626418"/>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Sales Manager</a:t>
            </a:r>
          </a:p>
        </p:txBody>
      </p:sp>
      <p:sp>
        <p:nvSpPr>
          <p:cNvPr id="35" name="Rectangle: Rounded Corners 34">
            <a:extLst>
              <a:ext uri="{FF2B5EF4-FFF2-40B4-BE49-F238E27FC236}">
                <a16:creationId xmlns:a16="http://schemas.microsoft.com/office/drawing/2014/main" id="{57C968F4-EFB5-2964-8DF9-AE414C76B0B9}"/>
              </a:ext>
            </a:extLst>
          </p:cNvPr>
          <p:cNvSpPr/>
          <p:nvPr/>
        </p:nvSpPr>
        <p:spPr>
          <a:xfrm>
            <a:off x="4302002" y="628830"/>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Sales Executive</a:t>
            </a:r>
          </a:p>
        </p:txBody>
      </p:sp>
      <p:sp>
        <p:nvSpPr>
          <p:cNvPr id="36" name="Rectangle: Rounded Corners 35">
            <a:extLst>
              <a:ext uri="{FF2B5EF4-FFF2-40B4-BE49-F238E27FC236}">
                <a16:creationId xmlns:a16="http://schemas.microsoft.com/office/drawing/2014/main" id="{9ED126F6-D930-7021-2D24-DDFB8BF29F40}"/>
              </a:ext>
            </a:extLst>
          </p:cNvPr>
          <p:cNvSpPr/>
          <p:nvPr/>
        </p:nvSpPr>
        <p:spPr>
          <a:xfrm>
            <a:off x="5696386" y="616716"/>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Service Manager</a:t>
            </a:r>
          </a:p>
        </p:txBody>
      </p:sp>
      <p:sp>
        <p:nvSpPr>
          <p:cNvPr id="37" name="Rectangle: Rounded Corners 36">
            <a:extLst>
              <a:ext uri="{FF2B5EF4-FFF2-40B4-BE49-F238E27FC236}">
                <a16:creationId xmlns:a16="http://schemas.microsoft.com/office/drawing/2014/main" id="{0A019DB3-32C6-3818-97AC-166F1F7B4848}"/>
              </a:ext>
            </a:extLst>
          </p:cNvPr>
          <p:cNvSpPr/>
          <p:nvPr/>
        </p:nvSpPr>
        <p:spPr>
          <a:xfrm>
            <a:off x="7100369" y="620440"/>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Service Advisor</a:t>
            </a:r>
          </a:p>
        </p:txBody>
      </p:sp>
      <p:sp>
        <p:nvSpPr>
          <p:cNvPr id="38" name="Rectangle: Rounded Corners 37">
            <a:extLst>
              <a:ext uri="{FF2B5EF4-FFF2-40B4-BE49-F238E27FC236}">
                <a16:creationId xmlns:a16="http://schemas.microsoft.com/office/drawing/2014/main" id="{BDF0D1C4-1BCD-64C8-66E5-DD7DC6C30490}"/>
              </a:ext>
            </a:extLst>
          </p:cNvPr>
          <p:cNvSpPr/>
          <p:nvPr/>
        </p:nvSpPr>
        <p:spPr>
          <a:xfrm>
            <a:off x="3370650"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9" name="Rectangle: Rounded Corners 38">
            <a:extLst>
              <a:ext uri="{FF2B5EF4-FFF2-40B4-BE49-F238E27FC236}">
                <a16:creationId xmlns:a16="http://schemas.microsoft.com/office/drawing/2014/main" id="{5FDED140-6D14-9F67-7985-FB67C99334D3}"/>
              </a:ext>
            </a:extLst>
          </p:cNvPr>
          <p:cNvSpPr/>
          <p:nvPr/>
        </p:nvSpPr>
        <p:spPr>
          <a:xfrm>
            <a:off x="3834888" y="969263"/>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0" name="Rectangle: Rounded Corners 39">
            <a:extLst>
              <a:ext uri="{FF2B5EF4-FFF2-40B4-BE49-F238E27FC236}">
                <a16:creationId xmlns:a16="http://schemas.microsoft.com/office/drawing/2014/main" id="{D5B56C47-F91A-A802-CB2A-A10FA3DFC95E}"/>
              </a:ext>
            </a:extLst>
          </p:cNvPr>
          <p:cNvSpPr/>
          <p:nvPr/>
        </p:nvSpPr>
        <p:spPr>
          <a:xfrm>
            <a:off x="4302003"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1" name="Rectangle: Rounded Corners 40">
            <a:extLst>
              <a:ext uri="{FF2B5EF4-FFF2-40B4-BE49-F238E27FC236}">
                <a16:creationId xmlns:a16="http://schemas.microsoft.com/office/drawing/2014/main" id="{3792634C-4B62-FE39-AB28-6F765CC3C6B2}"/>
              </a:ext>
            </a:extLst>
          </p:cNvPr>
          <p:cNvSpPr/>
          <p:nvPr/>
        </p:nvSpPr>
        <p:spPr>
          <a:xfrm>
            <a:off x="4766241"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42" name="Rectangle: Rounded Corners 41">
            <a:extLst>
              <a:ext uri="{FF2B5EF4-FFF2-40B4-BE49-F238E27FC236}">
                <a16:creationId xmlns:a16="http://schemas.microsoft.com/office/drawing/2014/main" id="{8D783F66-3308-FD88-15D4-CB13E2EEFAE6}"/>
              </a:ext>
            </a:extLst>
          </p:cNvPr>
          <p:cNvSpPr/>
          <p:nvPr/>
        </p:nvSpPr>
        <p:spPr>
          <a:xfrm>
            <a:off x="5230479"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3" name="Rectangle: Rounded Corners 42">
            <a:extLst>
              <a:ext uri="{FF2B5EF4-FFF2-40B4-BE49-F238E27FC236}">
                <a16:creationId xmlns:a16="http://schemas.microsoft.com/office/drawing/2014/main" id="{D3222AEF-58CC-D5B7-1EE7-9D7AFB2BB05A}"/>
              </a:ext>
            </a:extLst>
          </p:cNvPr>
          <p:cNvSpPr/>
          <p:nvPr/>
        </p:nvSpPr>
        <p:spPr>
          <a:xfrm>
            <a:off x="5696387"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5" name="Rectangle: Rounded Corners 44">
            <a:extLst>
              <a:ext uri="{FF2B5EF4-FFF2-40B4-BE49-F238E27FC236}">
                <a16:creationId xmlns:a16="http://schemas.microsoft.com/office/drawing/2014/main" id="{3E6EBE99-7AFC-A7D3-A921-BE96A4C8871A}"/>
              </a:ext>
            </a:extLst>
          </p:cNvPr>
          <p:cNvSpPr/>
          <p:nvPr/>
        </p:nvSpPr>
        <p:spPr>
          <a:xfrm>
            <a:off x="6160625" y="969263"/>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46" name="Rectangle: Rounded Corners 45">
            <a:extLst>
              <a:ext uri="{FF2B5EF4-FFF2-40B4-BE49-F238E27FC236}">
                <a16:creationId xmlns:a16="http://schemas.microsoft.com/office/drawing/2014/main" id="{EBC9D474-43D4-7209-F442-7B27267E9AA1}"/>
              </a:ext>
            </a:extLst>
          </p:cNvPr>
          <p:cNvSpPr/>
          <p:nvPr/>
        </p:nvSpPr>
        <p:spPr>
          <a:xfrm>
            <a:off x="6624863" y="969263"/>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 name="Rectangle: Rounded Corners 46">
            <a:extLst>
              <a:ext uri="{FF2B5EF4-FFF2-40B4-BE49-F238E27FC236}">
                <a16:creationId xmlns:a16="http://schemas.microsoft.com/office/drawing/2014/main" id="{424468FE-1D3A-E8C5-65B5-63A469CD1D69}"/>
              </a:ext>
            </a:extLst>
          </p:cNvPr>
          <p:cNvSpPr/>
          <p:nvPr/>
        </p:nvSpPr>
        <p:spPr>
          <a:xfrm>
            <a:off x="7101798"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2" name="Rectangle: Rounded Corners 51">
            <a:extLst>
              <a:ext uri="{FF2B5EF4-FFF2-40B4-BE49-F238E27FC236}">
                <a16:creationId xmlns:a16="http://schemas.microsoft.com/office/drawing/2014/main" id="{A6E73A72-43A8-FF20-AE62-98C7ABFCDABA}"/>
              </a:ext>
            </a:extLst>
          </p:cNvPr>
          <p:cNvSpPr/>
          <p:nvPr/>
        </p:nvSpPr>
        <p:spPr>
          <a:xfrm>
            <a:off x="7566036"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53" name="Rectangle: Rounded Corners 52">
            <a:extLst>
              <a:ext uri="{FF2B5EF4-FFF2-40B4-BE49-F238E27FC236}">
                <a16:creationId xmlns:a16="http://schemas.microsoft.com/office/drawing/2014/main" id="{A924F1D0-C348-39BC-1A1A-27CED9FD3909}"/>
              </a:ext>
            </a:extLst>
          </p:cNvPr>
          <p:cNvSpPr/>
          <p:nvPr/>
        </p:nvSpPr>
        <p:spPr>
          <a:xfrm>
            <a:off x="8030274" y="969263"/>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4" name="Rectangle: Rounded Corners 53">
            <a:extLst>
              <a:ext uri="{FF2B5EF4-FFF2-40B4-BE49-F238E27FC236}">
                <a16:creationId xmlns:a16="http://schemas.microsoft.com/office/drawing/2014/main" id="{D5B18FF2-A761-70A2-03B0-621B829DC297}"/>
              </a:ext>
            </a:extLst>
          </p:cNvPr>
          <p:cNvSpPr/>
          <p:nvPr/>
        </p:nvSpPr>
        <p:spPr>
          <a:xfrm>
            <a:off x="2904984"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5" name="Rectangle: Rounded Corners 54">
            <a:extLst>
              <a:ext uri="{FF2B5EF4-FFF2-40B4-BE49-F238E27FC236}">
                <a16:creationId xmlns:a16="http://schemas.microsoft.com/office/drawing/2014/main" id="{28FFDC12-644D-5AA5-1A47-E8C0021A1333}"/>
              </a:ext>
            </a:extLst>
          </p:cNvPr>
          <p:cNvSpPr/>
          <p:nvPr/>
        </p:nvSpPr>
        <p:spPr>
          <a:xfrm>
            <a:off x="3369222"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56" name="Rectangle: Rounded Corners 55">
            <a:extLst>
              <a:ext uri="{FF2B5EF4-FFF2-40B4-BE49-F238E27FC236}">
                <a16:creationId xmlns:a16="http://schemas.microsoft.com/office/drawing/2014/main" id="{D004ED81-308D-BA64-B218-C210C5C419F2}"/>
              </a:ext>
            </a:extLst>
          </p:cNvPr>
          <p:cNvSpPr/>
          <p:nvPr/>
        </p:nvSpPr>
        <p:spPr>
          <a:xfrm>
            <a:off x="3833460" y="118872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7" name="Rectangle: Rounded Corners 56">
            <a:extLst>
              <a:ext uri="{FF2B5EF4-FFF2-40B4-BE49-F238E27FC236}">
                <a16:creationId xmlns:a16="http://schemas.microsoft.com/office/drawing/2014/main" id="{7BAD728C-B4F6-75B3-E7A0-F33D06FA8841}"/>
              </a:ext>
            </a:extLst>
          </p:cNvPr>
          <p:cNvSpPr/>
          <p:nvPr/>
        </p:nvSpPr>
        <p:spPr>
          <a:xfrm>
            <a:off x="4300575"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8" name="Rectangle: Rounded Corners 57">
            <a:extLst>
              <a:ext uri="{FF2B5EF4-FFF2-40B4-BE49-F238E27FC236}">
                <a16:creationId xmlns:a16="http://schemas.microsoft.com/office/drawing/2014/main" id="{3431BB85-4EA1-C786-5851-A50460622F6F}"/>
              </a:ext>
            </a:extLst>
          </p:cNvPr>
          <p:cNvSpPr/>
          <p:nvPr/>
        </p:nvSpPr>
        <p:spPr>
          <a:xfrm>
            <a:off x="4764813"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59" name="Rectangle: Rounded Corners 58">
            <a:extLst>
              <a:ext uri="{FF2B5EF4-FFF2-40B4-BE49-F238E27FC236}">
                <a16:creationId xmlns:a16="http://schemas.microsoft.com/office/drawing/2014/main" id="{0A435B0B-7F69-131A-B5FC-26574B9EDDB8}"/>
              </a:ext>
            </a:extLst>
          </p:cNvPr>
          <p:cNvSpPr/>
          <p:nvPr/>
        </p:nvSpPr>
        <p:spPr>
          <a:xfrm>
            <a:off x="5229051"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60" name="Rectangle: Rounded Corners 59">
            <a:extLst>
              <a:ext uri="{FF2B5EF4-FFF2-40B4-BE49-F238E27FC236}">
                <a16:creationId xmlns:a16="http://schemas.microsoft.com/office/drawing/2014/main" id="{00F1421E-1908-025F-D956-EAD5F7F334FA}"/>
              </a:ext>
            </a:extLst>
          </p:cNvPr>
          <p:cNvSpPr/>
          <p:nvPr/>
        </p:nvSpPr>
        <p:spPr>
          <a:xfrm>
            <a:off x="5696387"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1" name="Rectangle: Rounded Corners 60">
            <a:extLst>
              <a:ext uri="{FF2B5EF4-FFF2-40B4-BE49-F238E27FC236}">
                <a16:creationId xmlns:a16="http://schemas.microsoft.com/office/drawing/2014/main" id="{5C813AB7-2F33-2765-D5AB-D4BE88FD13C3}"/>
              </a:ext>
            </a:extLst>
          </p:cNvPr>
          <p:cNvSpPr/>
          <p:nvPr/>
        </p:nvSpPr>
        <p:spPr>
          <a:xfrm>
            <a:off x="6160625" y="118872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62" name="Rectangle: Rounded Corners 61">
            <a:extLst>
              <a:ext uri="{FF2B5EF4-FFF2-40B4-BE49-F238E27FC236}">
                <a16:creationId xmlns:a16="http://schemas.microsoft.com/office/drawing/2014/main" id="{16A8F869-023D-8982-4229-10FC2622B869}"/>
              </a:ext>
            </a:extLst>
          </p:cNvPr>
          <p:cNvSpPr/>
          <p:nvPr/>
        </p:nvSpPr>
        <p:spPr>
          <a:xfrm>
            <a:off x="6624863" y="118872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3" name="Rectangle: Rounded Corners 62">
            <a:extLst>
              <a:ext uri="{FF2B5EF4-FFF2-40B4-BE49-F238E27FC236}">
                <a16:creationId xmlns:a16="http://schemas.microsoft.com/office/drawing/2014/main" id="{B798AED1-0577-3DC1-B7A8-A2E7ABA43CFB}"/>
              </a:ext>
            </a:extLst>
          </p:cNvPr>
          <p:cNvSpPr/>
          <p:nvPr/>
        </p:nvSpPr>
        <p:spPr>
          <a:xfrm>
            <a:off x="7100370"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4" name="Rectangle: Rounded Corners 63">
            <a:extLst>
              <a:ext uri="{FF2B5EF4-FFF2-40B4-BE49-F238E27FC236}">
                <a16:creationId xmlns:a16="http://schemas.microsoft.com/office/drawing/2014/main" id="{73DB6CE5-4F9A-BAC6-0258-010788A007AB}"/>
              </a:ext>
            </a:extLst>
          </p:cNvPr>
          <p:cNvSpPr/>
          <p:nvPr/>
        </p:nvSpPr>
        <p:spPr>
          <a:xfrm>
            <a:off x="7566036"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65" name="Rectangle: Rounded Corners 64">
            <a:extLst>
              <a:ext uri="{FF2B5EF4-FFF2-40B4-BE49-F238E27FC236}">
                <a16:creationId xmlns:a16="http://schemas.microsoft.com/office/drawing/2014/main" id="{CB4A112E-D779-593C-59D5-EAD9DEE74451}"/>
              </a:ext>
            </a:extLst>
          </p:cNvPr>
          <p:cNvSpPr/>
          <p:nvPr/>
        </p:nvSpPr>
        <p:spPr>
          <a:xfrm>
            <a:off x="8030274" y="118872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6" name="Rectangle: Rounded Corners 65">
            <a:extLst>
              <a:ext uri="{FF2B5EF4-FFF2-40B4-BE49-F238E27FC236}">
                <a16:creationId xmlns:a16="http://schemas.microsoft.com/office/drawing/2014/main" id="{2DD933B7-5ED7-79BC-CB18-C60032E7F017}"/>
              </a:ext>
            </a:extLst>
          </p:cNvPr>
          <p:cNvSpPr/>
          <p:nvPr/>
        </p:nvSpPr>
        <p:spPr>
          <a:xfrm>
            <a:off x="2906412"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7" name="Rectangle: Rounded Corners 66">
            <a:extLst>
              <a:ext uri="{FF2B5EF4-FFF2-40B4-BE49-F238E27FC236}">
                <a16:creationId xmlns:a16="http://schemas.microsoft.com/office/drawing/2014/main" id="{21720806-86B0-C8FB-54D3-FB08775DA248}"/>
              </a:ext>
            </a:extLst>
          </p:cNvPr>
          <p:cNvSpPr/>
          <p:nvPr/>
        </p:nvSpPr>
        <p:spPr>
          <a:xfrm>
            <a:off x="3370650"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68" name="Rectangle: Rounded Corners 67">
            <a:extLst>
              <a:ext uri="{FF2B5EF4-FFF2-40B4-BE49-F238E27FC236}">
                <a16:creationId xmlns:a16="http://schemas.microsoft.com/office/drawing/2014/main" id="{5FEC8CE8-F5A9-8B08-F083-6C632DD2F55E}"/>
              </a:ext>
            </a:extLst>
          </p:cNvPr>
          <p:cNvSpPr/>
          <p:nvPr/>
        </p:nvSpPr>
        <p:spPr>
          <a:xfrm>
            <a:off x="3834888" y="140817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69" name="Rectangle: Rounded Corners 68">
            <a:extLst>
              <a:ext uri="{FF2B5EF4-FFF2-40B4-BE49-F238E27FC236}">
                <a16:creationId xmlns:a16="http://schemas.microsoft.com/office/drawing/2014/main" id="{400D3C62-9F09-D754-FDA6-33B2E3239160}"/>
              </a:ext>
            </a:extLst>
          </p:cNvPr>
          <p:cNvSpPr/>
          <p:nvPr/>
        </p:nvSpPr>
        <p:spPr>
          <a:xfrm>
            <a:off x="4302003"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70" name="Rectangle: Rounded Corners 69">
            <a:extLst>
              <a:ext uri="{FF2B5EF4-FFF2-40B4-BE49-F238E27FC236}">
                <a16:creationId xmlns:a16="http://schemas.microsoft.com/office/drawing/2014/main" id="{40FFB2F7-68A5-6B74-0B73-2F269246721B}"/>
              </a:ext>
            </a:extLst>
          </p:cNvPr>
          <p:cNvSpPr/>
          <p:nvPr/>
        </p:nvSpPr>
        <p:spPr>
          <a:xfrm>
            <a:off x="4766241"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71" name="Rectangle: Rounded Corners 70">
            <a:extLst>
              <a:ext uri="{FF2B5EF4-FFF2-40B4-BE49-F238E27FC236}">
                <a16:creationId xmlns:a16="http://schemas.microsoft.com/office/drawing/2014/main" id="{9B99FD35-205A-498B-F00D-BF6FDF977E88}"/>
              </a:ext>
            </a:extLst>
          </p:cNvPr>
          <p:cNvSpPr/>
          <p:nvPr/>
        </p:nvSpPr>
        <p:spPr>
          <a:xfrm>
            <a:off x="5230479"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72" name="Rectangle: Rounded Corners 71">
            <a:extLst>
              <a:ext uri="{FF2B5EF4-FFF2-40B4-BE49-F238E27FC236}">
                <a16:creationId xmlns:a16="http://schemas.microsoft.com/office/drawing/2014/main" id="{8689B2DA-8624-20C9-DFC8-6104057D5482}"/>
              </a:ext>
            </a:extLst>
          </p:cNvPr>
          <p:cNvSpPr/>
          <p:nvPr/>
        </p:nvSpPr>
        <p:spPr>
          <a:xfrm>
            <a:off x="5696387"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73" name="Rectangle: Rounded Corners 72">
            <a:extLst>
              <a:ext uri="{FF2B5EF4-FFF2-40B4-BE49-F238E27FC236}">
                <a16:creationId xmlns:a16="http://schemas.microsoft.com/office/drawing/2014/main" id="{0092273D-D8E6-8BEF-F568-D0A1B60B9B5D}"/>
              </a:ext>
            </a:extLst>
          </p:cNvPr>
          <p:cNvSpPr/>
          <p:nvPr/>
        </p:nvSpPr>
        <p:spPr>
          <a:xfrm>
            <a:off x="6160625" y="140817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74" name="Rectangle: Rounded Corners 73">
            <a:extLst>
              <a:ext uri="{FF2B5EF4-FFF2-40B4-BE49-F238E27FC236}">
                <a16:creationId xmlns:a16="http://schemas.microsoft.com/office/drawing/2014/main" id="{6444BF6C-9575-FE2A-D49C-A0082D7FDC02}"/>
              </a:ext>
            </a:extLst>
          </p:cNvPr>
          <p:cNvSpPr/>
          <p:nvPr/>
        </p:nvSpPr>
        <p:spPr>
          <a:xfrm>
            <a:off x="6624863" y="140669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5" name="Rectangle: Rounded Corners 74">
            <a:extLst>
              <a:ext uri="{FF2B5EF4-FFF2-40B4-BE49-F238E27FC236}">
                <a16:creationId xmlns:a16="http://schemas.microsoft.com/office/drawing/2014/main" id="{2C643998-EB9A-4166-A4FC-071C66A7549F}"/>
              </a:ext>
            </a:extLst>
          </p:cNvPr>
          <p:cNvSpPr/>
          <p:nvPr/>
        </p:nvSpPr>
        <p:spPr>
          <a:xfrm>
            <a:off x="7101798"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76" name="Rectangle: Rounded Corners 75">
            <a:extLst>
              <a:ext uri="{FF2B5EF4-FFF2-40B4-BE49-F238E27FC236}">
                <a16:creationId xmlns:a16="http://schemas.microsoft.com/office/drawing/2014/main" id="{235A05CB-7499-2A5D-1459-0EE3A7E8C0DD}"/>
              </a:ext>
            </a:extLst>
          </p:cNvPr>
          <p:cNvSpPr/>
          <p:nvPr/>
        </p:nvSpPr>
        <p:spPr>
          <a:xfrm>
            <a:off x="7566036"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77" name="Rectangle: Rounded Corners 76">
            <a:extLst>
              <a:ext uri="{FF2B5EF4-FFF2-40B4-BE49-F238E27FC236}">
                <a16:creationId xmlns:a16="http://schemas.microsoft.com/office/drawing/2014/main" id="{BC4DE61F-87D1-175D-180E-9A45AF410DCE}"/>
              </a:ext>
            </a:extLst>
          </p:cNvPr>
          <p:cNvSpPr/>
          <p:nvPr/>
        </p:nvSpPr>
        <p:spPr>
          <a:xfrm>
            <a:off x="8030274" y="140817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8" name="Rectangle: Rounded Corners 77">
            <a:extLst>
              <a:ext uri="{FF2B5EF4-FFF2-40B4-BE49-F238E27FC236}">
                <a16:creationId xmlns:a16="http://schemas.microsoft.com/office/drawing/2014/main" id="{2D401CB2-C35F-CEB5-43AB-8BFD0871DA58}"/>
              </a:ext>
            </a:extLst>
          </p:cNvPr>
          <p:cNvSpPr/>
          <p:nvPr/>
        </p:nvSpPr>
        <p:spPr>
          <a:xfrm>
            <a:off x="2904984"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80" name="Rectangle: Rounded Corners 79">
            <a:extLst>
              <a:ext uri="{FF2B5EF4-FFF2-40B4-BE49-F238E27FC236}">
                <a16:creationId xmlns:a16="http://schemas.microsoft.com/office/drawing/2014/main" id="{47BD97F7-D41C-AA63-541E-7D47F1557F6D}"/>
              </a:ext>
            </a:extLst>
          </p:cNvPr>
          <p:cNvSpPr/>
          <p:nvPr/>
        </p:nvSpPr>
        <p:spPr>
          <a:xfrm>
            <a:off x="3833460" y="162763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81" name="Rectangle: Rounded Corners 80">
            <a:extLst>
              <a:ext uri="{FF2B5EF4-FFF2-40B4-BE49-F238E27FC236}">
                <a16:creationId xmlns:a16="http://schemas.microsoft.com/office/drawing/2014/main" id="{C2C4259A-2D8D-930D-2EBB-2D830100E65B}"/>
              </a:ext>
            </a:extLst>
          </p:cNvPr>
          <p:cNvSpPr/>
          <p:nvPr/>
        </p:nvSpPr>
        <p:spPr>
          <a:xfrm>
            <a:off x="4300575"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83" name="Rectangle: Rounded Corners 82">
            <a:extLst>
              <a:ext uri="{FF2B5EF4-FFF2-40B4-BE49-F238E27FC236}">
                <a16:creationId xmlns:a16="http://schemas.microsoft.com/office/drawing/2014/main" id="{7E94DAD8-54B1-AD99-1E79-E6C1E69A8E90}"/>
              </a:ext>
            </a:extLst>
          </p:cNvPr>
          <p:cNvSpPr/>
          <p:nvPr/>
        </p:nvSpPr>
        <p:spPr>
          <a:xfrm>
            <a:off x="5229051"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84" name="Rectangle: Rounded Corners 83">
            <a:extLst>
              <a:ext uri="{FF2B5EF4-FFF2-40B4-BE49-F238E27FC236}">
                <a16:creationId xmlns:a16="http://schemas.microsoft.com/office/drawing/2014/main" id="{A80D1CA0-8045-4C8F-9E36-353DAD417912}"/>
              </a:ext>
            </a:extLst>
          </p:cNvPr>
          <p:cNvSpPr/>
          <p:nvPr/>
        </p:nvSpPr>
        <p:spPr>
          <a:xfrm>
            <a:off x="5696387"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86" name="Rectangle: Rounded Corners 85">
            <a:extLst>
              <a:ext uri="{FF2B5EF4-FFF2-40B4-BE49-F238E27FC236}">
                <a16:creationId xmlns:a16="http://schemas.microsoft.com/office/drawing/2014/main" id="{E2E3324F-49DA-BEB7-4848-692A57AE30A4}"/>
              </a:ext>
            </a:extLst>
          </p:cNvPr>
          <p:cNvSpPr/>
          <p:nvPr/>
        </p:nvSpPr>
        <p:spPr>
          <a:xfrm>
            <a:off x="6624863" y="162763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87" name="Rectangle: Rounded Corners 86">
            <a:extLst>
              <a:ext uri="{FF2B5EF4-FFF2-40B4-BE49-F238E27FC236}">
                <a16:creationId xmlns:a16="http://schemas.microsoft.com/office/drawing/2014/main" id="{2DC44357-CB68-683B-3D93-21E383ADDCB0}"/>
              </a:ext>
            </a:extLst>
          </p:cNvPr>
          <p:cNvSpPr/>
          <p:nvPr/>
        </p:nvSpPr>
        <p:spPr>
          <a:xfrm>
            <a:off x="7100370"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89" name="Rectangle: Rounded Corners 88">
            <a:extLst>
              <a:ext uri="{FF2B5EF4-FFF2-40B4-BE49-F238E27FC236}">
                <a16:creationId xmlns:a16="http://schemas.microsoft.com/office/drawing/2014/main" id="{415AD864-7F2C-0189-615D-08C478BC9463}"/>
              </a:ext>
            </a:extLst>
          </p:cNvPr>
          <p:cNvSpPr/>
          <p:nvPr/>
        </p:nvSpPr>
        <p:spPr>
          <a:xfrm>
            <a:off x="8030274" y="162763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90" name="Rectangle: Rounded Corners 89">
            <a:extLst>
              <a:ext uri="{FF2B5EF4-FFF2-40B4-BE49-F238E27FC236}">
                <a16:creationId xmlns:a16="http://schemas.microsoft.com/office/drawing/2014/main" id="{F07B0F11-EECF-C609-535F-DE63D1C035F3}"/>
              </a:ext>
            </a:extLst>
          </p:cNvPr>
          <p:cNvSpPr/>
          <p:nvPr/>
        </p:nvSpPr>
        <p:spPr>
          <a:xfrm>
            <a:off x="2904984"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91" name="Rectangle: Rounded Corners 90">
            <a:extLst>
              <a:ext uri="{FF2B5EF4-FFF2-40B4-BE49-F238E27FC236}">
                <a16:creationId xmlns:a16="http://schemas.microsoft.com/office/drawing/2014/main" id="{B5195313-17DD-40CC-CD3E-81099AE4C6D3}"/>
              </a:ext>
            </a:extLst>
          </p:cNvPr>
          <p:cNvSpPr/>
          <p:nvPr/>
        </p:nvSpPr>
        <p:spPr>
          <a:xfrm>
            <a:off x="3369222"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92" name="Rectangle: Rounded Corners 91">
            <a:extLst>
              <a:ext uri="{FF2B5EF4-FFF2-40B4-BE49-F238E27FC236}">
                <a16:creationId xmlns:a16="http://schemas.microsoft.com/office/drawing/2014/main" id="{0C92D040-ACC5-6625-5535-D14D99F5CE26}"/>
              </a:ext>
            </a:extLst>
          </p:cNvPr>
          <p:cNvSpPr/>
          <p:nvPr/>
        </p:nvSpPr>
        <p:spPr>
          <a:xfrm>
            <a:off x="3833460" y="1847088"/>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93" name="Rectangle: Rounded Corners 92">
            <a:extLst>
              <a:ext uri="{FF2B5EF4-FFF2-40B4-BE49-F238E27FC236}">
                <a16:creationId xmlns:a16="http://schemas.microsoft.com/office/drawing/2014/main" id="{F2AE7E03-21C4-6572-866F-EBE184F7F269}"/>
              </a:ext>
            </a:extLst>
          </p:cNvPr>
          <p:cNvSpPr/>
          <p:nvPr/>
        </p:nvSpPr>
        <p:spPr>
          <a:xfrm>
            <a:off x="4300575"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94" name="Rectangle: Rounded Corners 93">
            <a:extLst>
              <a:ext uri="{FF2B5EF4-FFF2-40B4-BE49-F238E27FC236}">
                <a16:creationId xmlns:a16="http://schemas.microsoft.com/office/drawing/2014/main" id="{7707474E-BE9D-E00C-4DE6-B78221D9BA48}"/>
              </a:ext>
            </a:extLst>
          </p:cNvPr>
          <p:cNvSpPr/>
          <p:nvPr/>
        </p:nvSpPr>
        <p:spPr>
          <a:xfrm>
            <a:off x="4764813"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95" name="Rectangle: Rounded Corners 94">
            <a:extLst>
              <a:ext uri="{FF2B5EF4-FFF2-40B4-BE49-F238E27FC236}">
                <a16:creationId xmlns:a16="http://schemas.microsoft.com/office/drawing/2014/main" id="{3AD40705-025B-471E-8230-9A9A6D79D916}"/>
              </a:ext>
            </a:extLst>
          </p:cNvPr>
          <p:cNvSpPr/>
          <p:nvPr/>
        </p:nvSpPr>
        <p:spPr>
          <a:xfrm>
            <a:off x="5229051"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97" name="Rectangle: Rounded Corners 96">
            <a:extLst>
              <a:ext uri="{FF2B5EF4-FFF2-40B4-BE49-F238E27FC236}">
                <a16:creationId xmlns:a16="http://schemas.microsoft.com/office/drawing/2014/main" id="{8615E61F-3D38-041B-1A8A-E8928E3A6C51}"/>
              </a:ext>
            </a:extLst>
          </p:cNvPr>
          <p:cNvSpPr/>
          <p:nvPr/>
        </p:nvSpPr>
        <p:spPr>
          <a:xfrm>
            <a:off x="5696387"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98" name="Rectangle: Rounded Corners 97">
            <a:extLst>
              <a:ext uri="{FF2B5EF4-FFF2-40B4-BE49-F238E27FC236}">
                <a16:creationId xmlns:a16="http://schemas.microsoft.com/office/drawing/2014/main" id="{15C26AF2-89BA-3539-372B-BF6FE77D71AB}"/>
              </a:ext>
            </a:extLst>
          </p:cNvPr>
          <p:cNvSpPr/>
          <p:nvPr/>
        </p:nvSpPr>
        <p:spPr>
          <a:xfrm>
            <a:off x="6160625" y="1847088"/>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99" name="Rectangle: Rounded Corners 98">
            <a:extLst>
              <a:ext uri="{FF2B5EF4-FFF2-40B4-BE49-F238E27FC236}">
                <a16:creationId xmlns:a16="http://schemas.microsoft.com/office/drawing/2014/main" id="{F6873DA2-3AD9-56C5-803D-211785096D61}"/>
              </a:ext>
            </a:extLst>
          </p:cNvPr>
          <p:cNvSpPr/>
          <p:nvPr/>
        </p:nvSpPr>
        <p:spPr>
          <a:xfrm>
            <a:off x="6624863" y="18470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00" name="Rectangle: Rounded Corners 99">
            <a:extLst>
              <a:ext uri="{FF2B5EF4-FFF2-40B4-BE49-F238E27FC236}">
                <a16:creationId xmlns:a16="http://schemas.microsoft.com/office/drawing/2014/main" id="{284EA71D-89BA-0C7B-DA63-93334D1169ED}"/>
              </a:ext>
            </a:extLst>
          </p:cNvPr>
          <p:cNvSpPr/>
          <p:nvPr/>
        </p:nvSpPr>
        <p:spPr>
          <a:xfrm>
            <a:off x="7100370"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02" name="Rectangle: Rounded Corners 101">
            <a:extLst>
              <a:ext uri="{FF2B5EF4-FFF2-40B4-BE49-F238E27FC236}">
                <a16:creationId xmlns:a16="http://schemas.microsoft.com/office/drawing/2014/main" id="{F29060CC-16E9-B90C-599E-2A039787ACBF}"/>
              </a:ext>
            </a:extLst>
          </p:cNvPr>
          <p:cNvSpPr/>
          <p:nvPr/>
        </p:nvSpPr>
        <p:spPr>
          <a:xfrm>
            <a:off x="7566036"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03" name="Rectangle: Rounded Corners 102">
            <a:extLst>
              <a:ext uri="{FF2B5EF4-FFF2-40B4-BE49-F238E27FC236}">
                <a16:creationId xmlns:a16="http://schemas.microsoft.com/office/drawing/2014/main" id="{144559B7-FC42-CDE1-1732-8CBD5391B69D}"/>
              </a:ext>
            </a:extLst>
          </p:cNvPr>
          <p:cNvSpPr/>
          <p:nvPr/>
        </p:nvSpPr>
        <p:spPr>
          <a:xfrm>
            <a:off x="8030274" y="18470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04" name="Rectangle: Rounded Corners 103">
            <a:extLst>
              <a:ext uri="{FF2B5EF4-FFF2-40B4-BE49-F238E27FC236}">
                <a16:creationId xmlns:a16="http://schemas.microsoft.com/office/drawing/2014/main" id="{EBC20614-8D16-137F-0362-FAF080926B40}"/>
              </a:ext>
            </a:extLst>
          </p:cNvPr>
          <p:cNvSpPr/>
          <p:nvPr/>
        </p:nvSpPr>
        <p:spPr>
          <a:xfrm>
            <a:off x="2903556"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05" name="Rectangle: Rounded Corners 104">
            <a:extLst>
              <a:ext uri="{FF2B5EF4-FFF2-40B4-BE49-F238E27FC236}">
                <a16:creationId xmlns:a16="http://schemas.microsoft.com/office/drawing/2014/main" id="{FD5BF5F6-A82F-E12A-E955-AB70593C9AC4}"/>
              </a:ext>
            </a:extLst>
          </p:cNvPr>
          <p:cNvSpPr/>
          <p:nvPr/>
        </p:nvSpPr>
        <p:spPr>
          <a:xfrm>
            <a:off x="3367794"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06" name="Rectangle: Rounded Corners 105">
            <a:extLst>
              <a:ext uri="{FF2B5EF4-FFF2-40B4-BE49-F238E27FC236}">
                <a16:creationId xmlns:a16="http://schemas.microsoft.com/office/drawing/2014/main" id="{C4F1E4DF-4475-47C4-12BB-197FF5C1BE34}"/>
              </a:ext>
            </a:extLst>
          </p:cNvPr>
          <p:cNvSpPr/>
          <p:nvPr/>
        </p:nvSpPr>
        <p:spPr>
          <a:xfrm>
            <a:off x="3832032" y="206654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07" name="Rectangle: Rounded Corners 106">
            <a:extLst>
              <a:ext uri="{FF2B5EF4-FFF2-40B4-BE49-F238E27FC236}">
                <a16:creationId xmlns:a16="http://schemas.microsoft.com/office/drawing/2014/main" id="{D11E8158-670C-701F-E9D9-63E2BF15E11E}"/>
              </a:ext>
            </a:extLst>
          </p:cNvPr>
          <p:cNvSpPr/>
          <p:nvPr/>
        </p:nvSpPr>
        <p:spPr>
          <a:xfrm>
            <a:off x="4299147"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08" name="Rectangle: Rounded Corners 107">
            <a:extLst>
              <a:ext uri="{FF2B5EF4-FFF2-40B4-BE49-F238E27FC236}">
                <a16:creationId xmlns:a16="http://schemas.microsoft.com/office/drawing/2014/main" id="{06DAF8CA-AD84-E1C6-D547-6B280087EA18}"/>
              </a:ext>
            </a:extLst>
          </p:cNvPr>
          <p:cNvSpPr/>
          <p:nvPr/>
        </p:nvSpPr>
        <p:spPr>
          <a:xfrm>
            <a:off x="4763385"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09" name="Rectangle: Rounded Corners 108">
            <a:extLst>
              <a:ext uri="{FF2B5EF4-FFF2-40B4-BE49-F238E27FC236}">
                <a16:creationId xmlns:a16="http://schemas.microsoft.com/office/drawing/2014/main" id="{97558B91-FC47-C527-79F3-FE86576B319B}"/>
              </a:ext>
            </a:extLst>
          </p:cNvPr>
          <p:cNvSpPr/>
          <p:nvPr/>
        </p:nvSpPr>
        <p:spPr>
          <a:xfrm>
            <a:off x="5227623"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10" name="Rectangle: Rounded Corners 109">
            <a:extLst>
              <a:ext uri="{FF2B5EF4-FFF2-40B4-BE49-F238E27FC236}">
                <a16:creationId xmlns:a16="http://schemas.microsoft.com/office/drawing/2014/main" id="{E776900D-BF86-7CB8-4E20-7C2429644960}"/>
              </a:ext>
            </a:extLst>
          </p:cNvPr>
          <p:cNvSpPr/>
          <p:nvPr/>
        </p:nvSpPr>
        <p:spPr>
          <a:xfrm>
            <a:off x="5696387"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11" name="Rectangle: Rounded Corners 110">
            <a:extLst>
              <a:ext uri="{FF2B5EF4-FFF2-40B4-BE49-F238E27FC236}">
                <a16:creationId xmlns:a16="http://schemas.microsoft.com/office/drawing/2014/main" id="{06DABA5E-C15E-CD73-5B79-AE84F250D38B}"/>
              </a:ext>
            </a:extLst>
          </p:cNvPr>
          <p:cNvSpPr/>
          <p:nvPr/>
        </p:nvSpPr>
        <p:spPr>
          <a:xfrm>
            <a:off x="6160625" y="206654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12" name="Rectangle: Rounded Corners 111">
            <a:extLst>
              <a:ext uri="{FF2B5EF4-FFF2-40B4-BE49-F238E27FC236}">
                <a16:creationId xmlns:a16="http://schemas.microsoft.com/office/drawing/2014/main" id="{0A5B94D2-36DB-82C3-8EC5-9313E55DDD2D}"/>
              </a:ext>
            </a:extLst>
          </p:cNvPr>
          <p:cNvSpPr/>
          <p:nvPr/>
        </p:nvSpPr>
        <p:spPr>
          <a:xfrm>
            <a:off x="6624863" y="20665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13" name="Rectangle: Rounded Corners 112">
            <a:extLst>
              <a:ext uri="{FF2B5EF4-FFF2-40B4-BE49-F238E27FC236}">
                <a16:creationId xmlns:a16="http://schemas.microsoft.com/office/drawing/2014/main" id="{14B92E20-0F58-C416-60F5-8236AF60326C}"/>
              </a:ext>
            </a:extLst>
          </p:cNvPr>
          <p:cNvSpPr/>
          <p:nvPr/>
        </p:nvSpPr>
        <p:spPr>
          <a:xfrm>
            <a:off x="7098942"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14" name="Rectangle: Rounded Corners 113">
            <a:extLst>
              <a:ext uri="{FF2B5EF4-FFF2-40B4-BE49-F238E27FC236}">
                <a16:creationId xmlns:a16="http://schemas.microsoft.com/office/drawing/2014/main" id="{80301EC6-2777-5A1E-CE88-29E7A5473551}"/>
              </a:ext>
            </a:extLst>
          </p:cNvPr>
          <p:cNvSpPr/>
          <p:nvPr/>
        </p:nvSpPr>
        <p:spPr>
          <a:xfrm>
            <a:off x="7566036"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15" name="Rectangle: Rounded Corners 114">
            <a:extLst>
              <a:ext uri="{FF2B5EF4-FFF2-40B4-BE49-F238E27FC236}">
                <a16:creationId xmlns:a16="http://schemas.microsoft.com/office/drawing/2014/main" id="{58BABC61-7C23-A454-572A-23A10042C307}"/>
              </a:ext>
            </a:extLst>
          </p:cNvPr>
          <p:cNvSpPr/>
          <p:nvPr/>
        </p:nvSpPr>
        <p:spPr>
          <a:xfrm>
            <a:off x="8030274" y="20665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16" name="Rectangle: Rounded Corners 115">
            <a:extLst>
              <a:ext uri="{FF2B5EF4-FFF2-40B4-BE49-F238E27FC236}">
                <a16:creationId xmlns:a16="http://schemas.microsoft.com/office/drawing/2014/main" id="{CDB91B06-21C6-570C-9F2D-747EE502DEF2}"/>
              </a:ext>
            </a:extLst>
          </p:cNvPr>
          <p:cNvSpPr/>
          <p:nvPr/>
        </p:nvSpPr>
        <p:spPr>
          <a:xfrm>
            <a:off x="2904984"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17" name="Rectangle: Rounded Corners 116">
            <a:extLst>
              <a:ext uri="{FF2B5EF4-FFF2-40B4-BE49-F238E27FC236}">
                <a16:creationId xmlns:a16="http://schemas.microsoft.com/office/drawing/2014/main" id="{7D138A72-D287-FABD-8B80-3F95E52B61E1}"/>
              </a:ext>
            </a:extLst>
          </p:cNvPr>
          <p:cNvSpPr/>
          <p:nvPr/>
        </p:nvSpPr>
        <p:spPr>
          <a:xfrm>
            <a:off x="3369222"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18" name="Rectangle: Rounded Corners 117">
            <a:extLst>
              <a:ext uri="{FF2B5EF4-FFF2-40B4-BE49-F238E27FC236}">
                <a16:creationId xmlns:a16="http://schemas.microsoft.com/office/drawing/2014/main" id="{CAE656F5-EE7C-C9A7-4FF3-B469F36E5564}"/>
              </a:ext>
            </a:extLst>
          </p:cNvPr>
          <p:cNvSpPr/>
          <p:nvPr/>
        </p:nvSpPr>
        <p:spPr>
          <a:xfrm>
            <a:off x="3833460" y="228600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19" name="Rectangle: Rounded Corners 118">
            <a:extLst>
              <a:ext uri="{FF2B5EF4-FFF2-40B4-BE49-F238E27FC236}">
                <a16:creationId xmlns:a16="http://schemas.microsoft.com/office/drawing/2014/main" id="{33B2698F-7F7F-F090-939D-246AEF1096A2}"/>
              </a:ext>
            </a:extLst>
          </p:cNvPr>
          <p:cNvSpPr/>
          <p:nvPr/>
        </p:nvSpPr>
        <p:spPr>
          <a:xfrm>
            <a:off x="4300575"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20" name="Rectangle: Rounded Corners 119">
            <a:extLst>
              <a:ext uri="{FF2B5EF4-FFF2-40B4-BE49-F238E27FC236}">
                <a16:creationId xmlns:a16="http://schemas.microsoft.com/office/drawing/2014/main" id="{26D726C0-D93E-9DE6-D67D-E18C1F6BD453}"/>
              </a:ext>
            </a:extLst>
          </p:cNvPr>
          <p:cNvSpPr/>
          <p:nvPr/>
        </p:nvSpPr>
        <p:spPr>
          <a:xfrm>
            <a:off x="4764813"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21" name="Rectangle: Rounded Corners 120">
            <a:extLst>
              <a:ext uri="{FF2B5EF4-FFF2-40B4-BE49-F238E27FC236}">
                <a16:creationId xmlns:a16="http://schemas.microsoft.com/office/drawing/2014/main" id="{3F1E80A8-A673-71EE-6DDA-6F99BC86058F}"/>
              </a:ext>
            </a:extLst>
          </p:cNvPr>
          <p:cNvSpPr/>
          <p:nvPr/>
        </p:nvSpPr>
        <p:spPr>
          <a:xfrm>
            <a:off x="5229051"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22" name="Rectangle: Rounded Corners 121">
            <a:extLst>
              <a:ext uri="{FF2B5EF4-FFF2-40B4-BE49-F238E27FC236}">
                <a16:creationId xmlns:a16="http://schemas.microsoft.com/office/drawing/2014/main" id="{4267C246-8D78-31FD-A243-47B64A343C33}"/>
              </a:ext>
            </a:extLst>
          </p:cNvPr>
          <p:cNvSpPr/>
          <p:nvPr/>
        </p:nvSpPr>
        <p:spPr>
          <a:xfrm>
            <a:off x="5696387"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23" name="Rectangle: Rounded Corners 122">
            <a:extLst>
              <a:ext uri="{FF2B5EF4-FFF2-40B4-BE49-F238E27FC236}">
                <a16:creationId xmlns:a16="http://schemas.microsoft.com/office/drawing/2014/main" id="{57763F61-9687-2A49-3D0C-F297DD15BB2F}"/>
              </a:ext>
            </a:extLst>
          </p:cNvPr>
          <p:cNvSpPr/>
          <p:nvPr/>
        </p:nvSpPr>
        <p:spPr>
          <a:xfrm>
            <a:off x="6160625" y="228600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24" name="Rectangle: Rounded Corners 123">
            <a:extLst>
              <a:ext uri="{FF2B5EF4-FFF2-40B4-BE49-F238E27FC236}">
                <a16:creationId xmlns:a16="http://schemas.microsoft.com/office/drawing/2014/main" id="{A381AFBA-3CE4-5DC0-D6C0-17B2AA068B6F}"/>
              </a:ext>
            </a:extLst>
          </p:cNvPr>
          <p:cNvSpPr/>
          <p:nvPr/>
        </p:nvSpPr>
        <p:spPr>
          <a:xfrm>
            <a:off x="6624863" y="22860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25" name="Rectangle: Rounded Corners 124">
            <a:extLst>
              <a:ext uri="{FF2B5EF4-FFF2-40B4-BE49-F238E27FC236}">
                <a16:creationId xmlns:a16="http://schemas.microsoft.com/office/drawing/2014/main" id="{88A5B5C6-69C8-13B5-413D-368FAF7E987B}"/>
              </a:ext>
            </a:extLst>
          </p:cNvPr>
          <p:cNvSpPr/>
          <p:nvPr/>
        </p:nvSpPr>
        <p:spPr>
          <a:xfrm>
            <a:off x="7100370"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36" name="Rectangle: Rounded Corners 135">
            <a:extLst>
              <a:ext uri="{FF2B5EF4-FFF2-40B4-BE49-F238E27FC236}">
                <a16:creationId xmlns:a16="http://schemas.microsoft.com/office/drawing/2014/main" id="{26E1ECFD-2B1B-06F7-6927-7B59EE44E504}"/>
              </a:ext>
            </a:extLst>
          </p:cNvPr>
          <p:cNvSpPr/>
          <p:nvPr/>
        </p:nvSpPr>
        <p:spPr>
          <a:xfrm>
            <a:off x="7566036"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37" name="Rectangle: Rounded Corners 136">
            <a:extLst>
              <a:ext uri="{FF2B5EF4-FFF2-40B4-BE49-F238E27FC236}">
                <a16:creationId xmlns:a16="http://schemas.microsoft.com/office/drawing/2014/main" id="{088410BB-B6BA-CA16-AF01-94D89D921A4D}"/>
              </a:ext>
            </a:extLst>
          </p:cNvPr>
          <p:cNvSpPr/>
          <p:nvPr/>
        </p:nvSpPr>
        <p:spPr>
          <a:xfrm>
            <a:off x="8030274" y="22860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38" name="Rectangle: Rounded Corners 137">
            <a:extLst>
              <a:ext uri="{FF2B5EF4-FFF2-40B4-BE49-F238E27FC236}">
                <a16:creationId xmlns:a16="http://schemas.microsoft.com/office/drawing/2014/main" id="{358AF43A-E489-AA85-28EB-1C5FC7790C79}"/>
              </a:ext>
            </a:extLst>
          </p:cNvPr>
          <p:cNvSpPr/>
          <p:nvPr/>
        </p:nvSpPr>
        <p:spPr>
          <a:xfrm>
            <a:off x="2903556"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39" name="Rectangle: Rounded Corners 138">
            <a:extLst>
              <a:ext uri="{FF2B5EF4-FFF2-40B4-BE49-F238E27FC236}">
                <a16:creationId xmlns:a16="http://schemas.microsoft.com/office/drawing/2014/main" id="{18BB63A4-1674-469D-C666-64D629A3F73C}"/>
              </a:ext>
            </a:extLst>
          </p:cNvPr>
          <p:cNvSpPr/>
          <p:nvPr/>
        </p:nvSpPr>
        <p:spPr>
          <a:xfrm>
            <a:off x="3367794"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40" name="Rectangle: Rounded Corners 139">
            <a:extLst>
              <a:ext uri="{FF2B5EF4-FFF2-40B4-BE49-F238E27FC236}">
                <a16:creationId xmlns:a16="http://schemas.microsoft.com/office/drawing/2014/main" id="{CF508CEB-8D55-B8ED-D047-BDDFC17BE84A}"/>
              </a:ext>
            </a:extLst>
          </p:cNvPr>
          <p:cNvSpPr/>
          <p:nvPr/>
        </p:nvSpPr>
        <p:spPr>
          <a:xfrm>
            <a:off x="3832032" y="250545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41" name="Rectangle: Rounded Corners 140">
            <a:extLst>
              <a:ext uri="{FF2B5EF4-FFF2-40B4-BE49-F238E27FC236}">
                <a16:creationId xmlns:a16="http://schemas.microsoft.com/office/drawing/2014/main" id="{B899F1C8-8A8B-8725-5B59-82CDE78F87ED}"/>
              </a:ext>
            </a:extLst>
          </p:cNvPr>
          <p:cNvSpPr/>
          <p:nvPr/>
        </p:nvSpPr>
        <p:spPr>
          <a:xfrm>
            <a:off x="4299147"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42" name="Rectangle: Rounded Corners 141">
            <a:extLst>
              <a:ext uri="{FF2B5EF4-FFF2-40B4-BE49-F238E27FC236}">
                <a16:creationId xmlns:a16="http://schemas.microsoft.com/office/drawing/2014/main" id="{AD80B726-0DBD-B11C-A743-1DA83572D26C}"/>
              </a:ext>
            </a:extLst>
          </p:cNvPr>
          <p:cNvSpPr/>
          <p:nvPr/>
        </p:nvSpPr>
        <p:spPr>
          <a:xfrm>
            <a:off x="4763385"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43" name="Rectangle: Rounded Corners 142">
            <a:extLst>
              <a:ext uri="{FF2B5EF4-FFF2-40B4-BE49-F238E27FC236}">
                <a16:creationId xmlns:a16="http://schemas.microsoft.com/office/drawing/2014/main" id="{7C1E35B6-26A8-FCF5-B397-3EE6DE68C60F}"/>
              </a:ext>
            </a:extLst>
          </p:cNvPr>
          <p:cNvSpPr/>
          <p:nvPr/>
        </p:nvSpPr>
        <p:spPr>
          <a:xfrm>
            <a:off x="5227623"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44" name="Rectangle: Rounded Corners 143">
            <a:extLst>
              <a:ext uri="{FF2B5EF4-FFF2-40B4-BE49-F238E27FC236}">
                <a16:creationId xmlns:a16="http://schemas.microsoft.com/office/drawing/2014/main" id="{4C5DE33E-769B-CFA2-894D-3D91F94DDFB8}"/>
              </a:ext>
            </a:extLst>
          </p:cNvPr>
          <p:cNvSpPr/>
          <p:nvPr/>
        </p:nvSpPr>
        <p:spPr>
          <a:xfrm>
            <a:off x="5696387"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45" name="Rectangle: Rounded Corners 144">
            <a:extLst>
              <a:ext uri="{FF2B5EF4-FFF2-40B4-BE49-F238E27FC236}">
                <a16:creationId xmlns:a16="http://schemas.microsoft.com/office/drawing/2014/main" id="{7695C6EC-21AB-CFA1-9D38-C524732426D7}"/>
              </a:ext>
            </a:extLst>
          </p:cNvPr>
          <p:cNvSpPr/>
          <p:nvPr/>
        </p:nvSpPr>
        <p:spPr>
          <a:xfrm>
            <a:off x="6160625" y="250545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46" name="Rectangle: Rounded Corners 145">
            <a:extLst>
              <a:ext uri="{FF2B5EF4-FFF2-40B4-BE49-F238E27FC236}">
                <a16:creationId xmlns:a16="http://schemas.microsoft.com/office/drawing/2014/main" id="{6525C8E8-0A53-21F5-556F-586218345632}"/>
              </a:ext>
            </a:extLst>
          </p:cNvPr>
          <p:cNvSpPr/>
          <p:nvPr/>
        </p:nvSpPr>
        <p:spPr>
          <a:xfrm>
            <a:off x="6624863" y="250572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47" name="Rectangle: Rounded Corners 146">
            <a:extLst>
              <a:ext uri="{FF2B5EF4-FFF2-40B4-BE49-F238E27FC236}">
                <a16:creationId xmlns:a16="http://schemas.microsoft.com/office/drawing/2014/main" id="{A5D72406-6CAA-E925-D7D6-5243F4F29604}"/>
              </a:ext>
            </a:extLst>
          </p:cNvPr>
          <p:cNvSpPr/>
          <p:nvPr/>
        </p:nvSpPr>
        <p:spPr>
          <a:xfrm>
            <a:off x="7098942"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48" name="Rectangle: Rounded Corners 147">
            <a:extLst>
              <a:ext uri="{FF2B5EF4-FFF2-40B4-BE49-F238E27FC236}">
                <a16:creationId xmlns:a16="http://schemas.microsoft.com/office/drawing/2014/main" id="{13DF5746-B607-5CF4-0A33-620FCFC84049}"/>
              </a:ext>
            </a:extLst>
          </p:cNvPr>
          <p:cNvSpPr/>
          <p:nvPr/>
        </p:nvSpPr>
        <p:spPr>
          <a:xfrm>
            <a:off x="7566036"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49" name="Rectangle: Rounded Corners 148">
            <a:extLst>
              <a:ext uri="{FF2B5EF4-FFF2-40B4-BE49-F238E27FC236}">
                <a16:creationId xmlns:a16="http://schemas.microsoft.com/office/drawing/2014/main" id="{8A777CCE-F019-191F-05BF-CD1CDC2F1A56}"/>
              </a:ext>
            </a:extLst>
          </p:cNvPr>
          <p:cNvSpPr/>
          <p:nvPr/>
        </p:nvSpPr>
        <p:spPr>
          <a:xfrm>
            <a:off x="8030274" y="25054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50" name="Rectangle: Rounded Corners 149">
            <a:extLst>
              <a:ext uri="{FF2B5EF4-FFF2-40B4-BE49-F238E27FC236}">
                <a16:creationId xmlns:a16="http://schemas.microsoft.com/office/drawing/2014/main" id="{C1FE019E-64A7-AD2F-3DCD-C825318E0D7B}"/>
              </a:ext>
            </a:extLst>
          </p:cNvPr>
          <p:cNvSpPr/>
          <p:nvPr/>
        </p:nvSpPr>
        <p:spPr>
          <a:xfrm>
            <a:off x="2903556"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51" name="Rectangle: Rounded Corners 150">
            <a:extLst>
              <a:ext uri="{FF2B5EF4-FFF2-40B4-BE49-F238E27FC236}">
                <a16:creationId xmlns:a16="http://schemas.microsoft.com/office/drawing/2014/main" id="{E7F31B31-6B7E-A539-ACC3-F18396EFA99E}"/>
              </a:ext>
            </a:extLst>
          </p:cNvPr>
          <p:cNvSpPr/>
          <p:nvPr/>
        </p:nvSpPr>
        <p:spPr>
          <a:xfrm>
            <a:off x="3367794"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52" name="Rectangle: Rounded Corners 151">
            <a:extLst>
              <a:ext uri="{FF2B5EF4-FFF2-40B4-BE49-F238E27FC236}">
                <a16:creationId xmlns:a16="http://schemas.microsoft.com/office/drawing/2014/main" id="{2AB07686-ABBE-8E34-F860-CFD9C9DCC427}"/>
              </a:ext>
            </a:extLst>
          </p:cNvPr>
          <p:cNvSpPr/>
          <p:nvPr/>
        </p:nvSpPr>
        <p:spPr>
          <a:xfrm>
            <a:off x="3832032" y="272491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53" name="Rectangle: Rounded Corners 152">
            <a:extLst>
              <a:ext uri="{FF2B5EF4-FFF2-40B4-BE49-F238E27FC236}">
                <a16:creationId xmlns:a16="http://schemas.microsoft.com/office/drawing/2014/main" id="{A2291AB3-4315-E599-8170-EF78A5E75517}"/>
              </a:ext>
            </a:extLst>
          </p:cNvPr>
          <p:cNvSpPr/>
          <p:nvPr/>
        </p:nvSpPr>
        <p:spPr>
          <a:xfrm>
            <a:off x="4299147"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54" name="Rectangle: Rounded Corners 153">
            <a:extLst>
              <a:ext uri="{FF2B5EF4-FFF2-40B4-BE49-F238E27FC236}">
                <a16:creationId xmlns:a16="http://schemas.microsoft.com/office/drawing/2014/main" id="{C753B812-C9DB-0F4B-38C3-C0BFE8535EA1}"/>
              </a:ext>
            </a:extLst>
          </p:cNvPr>
          <p:cNvSpPr/>
          <p:nvPr/>
        </p:nvSpPr>
        <p:spPr>
          <a:xfrm>
            <a:off x="4763385"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55" name="Rectangle: Rounded Corners 154">
            <a:extLst>
              <a:ext uri="{FF2B5EF4-FFF2-40B4-BE49-F238E27FC236}">
                <a16:creationId xmlns:a16="http://schemas.microsoft.com/office/drawing/2014/main" id="{A1D95D6E-A536-2994-8A73-6EB63812CE74}"/>
              </a:ext>
            </a:extLst>
          </p:cNvPr>
          <p:cNvSpPr/>
          <p:nvPr/>
        </p:nvSpPr>
        <p:spPr>
          <a:xfrm>
            <a:off x="5227623"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56" name="Rectangle: Rounded Corners 155">
            <a:extLst>
              <a:ext uri="{FF2B5EF4-FFF2-40B4-BE49-F238E27FC236}">
                <a16:creationId xmlns:a16="http://schemas.microsoft.com/office/drawing/2014/main" id="{17A2130F-0C32-1985-E883-51B45695320D}"/>
              </a:ext>
            </a:extLst>
          </p:cNvPr>
          <p:cNvSpPr/>
          <p:nvPr/>
        </p:nvSpPr>
        <p:spPr>
          <a:xfrm>
            <a:off x="5696387"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57" name="Rectangle: Rounded Corners 156">
            <a:extLst>
              <a:ext uri="{FF2B5EF4-FFF2-40B4-BE49-F238E27FC236}">
                <a16:creationId xmlns:a16="http://schemas.microsoft.com/office/drawing/2014/main" id="{06A50402-E2A0-B9EA-C1E9-29C4C54F6C86}"/>
              </a:ext>
            </a:extLst>
          </p:cNvPr>
          <p:cNvSpPr/>
          <p:nvPr/>
        </p:nvSpPr>
        <p:spPr>
          <a:xfrm>
            <a:off x="6160625" y="272491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58" name="Rectangle: Rounded Corners 157">
            <a:extLst>
              <a:ext uri="{FF2B5EF4-FFF2-40B4-BE49-F238E27FC236}">
                <a16:creationId xmlns:a16="http://schemas.microsoft.com/office/drawing/2014/main" id="{B719EA3F-629C-66D0-DB0D-6B593EB6D3E2}"/>
              </a:ext>
            </a:extLst>
          </p:cNvPr>
          <p:cNvSpPr/>
          <p:nvPr/>
        </p:nvSpPr>
        <p:spPr>
          <a:xfrm>
            <a:off x="6624863" y="27249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59" name="Rectangle: Rounded Corners 158">
            <a:extLst>
              <a:ext uri="{FF2B5EF4-FFF2-40B4-BE49-F238E27FC236}">
                <a16:creationId xmlns:a16="http://schemas.microsoft.com/office/drawing/2014/main" id="{EDD62E5E-DCA4-7769-99F6-3FC3221C7F14}"/>
              </a:ext>
            </a:extLst>
          </p:cNvPr>
          <p:cNvSpPr/>
          <p:nvPr/>
        </p:nvSpPr>
        <p:spPr>
          <a:xfrm>
            <a:off x="7098942"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60" name="Rectangle: Rounded Corners 159">
            <a:extLst>
              <a:ext uri="{FF2B5EF4-FFF2-40B4-BE49-F238E27FC236}">
                <a16:creationId xmlns:a16="http://schemas.microsoft.com/office/drawing/2014/main" id="{89FB6A0B-A845-7C8F-B705-E03191ED5CA5}"/>
              </a:ext>
            </a:extLst>
          </p:cNvPr>
          <p:cNvSpPr/>
          <p:nvPr/>
        </p:nvSpPr>
        <p:spPr>
          <a:xfrm>
            <a:off x="7566036"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61" name="Rectangle: Rounded Corners 160">
            <a:extLst>
              <a:ext uri="{FF2B5EF4-FFF2-40B4-BE49-F238E27FC236}">
                <a16:creationId xmlns:a16="http://schemas.microsoft.com/office/drawing/2014/main" id="{64C19679-64FE-89F1-7347-D49D48F53153}"/>
              </a:ext>
            </a:extLst>
          </p:cNvPr>
          <p:cNvSpPr/>
          <p:nvPr/>
        </p:nvSpPr>
        <p:spPr>
          <a:xfrm>
            <a:off x="8030274" y="27249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62" name="Rectangle: Rounded Corners 161">
            <a:extLst>
              <a:ext uri="{FF2B5EF4-FFF2-40B4-BE49-F238E27FC236}">
                <a16:creationId xmlns:a16="http://schemas.microsoft.com/office/drawing/2014/main" id="{665BEF96-61C8-FF0C-C0C9-A47C8FF04C52}"/>
              </a:ext>
            </a:extLst>
          </p:cNvPr>
          <p:cNvSpPr/>
          <p:nvPr/>
        </p:nvSpPr>
        <p:spPr>
          <a:xfrm>
            <a:off x="2902128"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63" name="Rectangle: Rounded Corners 162">
            <a:extLst>
              <a:ext uri="{FF2B5EF4-FFF2-40B4-BE49-F238E27FC236}">
                <a16:creationId xmlns:a16="http://schemas.microsoft.com/office/drawing/2014/main" id="{9B0A3DBC-FC40-9EDD-73AC-872E1E3E63B1}"/>
              </a:ext>
            </a:extLst>
          </p:cNvPr>
          <p:cNvSpPr/>
          <p:nvPr/>
        </p:nvSpPr>
        <p:spPr>
          <a:xfrm>
            <a:off x="3369222"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64" name="Rectangle: Rounded Corners 163">
            <a:extLst>
              <a:ext uri="{FF2B5EF4-FFF2-40B4-BE49-F238E27FC236}">
                <a16:creationId xmlns:a16="http://schemas.microsoft.com/office/drawing/2014/main" id="{42908421-9CB8-D4E7-67D5-DD847EEDAF9B}"/>
              </a:ext>
            </a:extLst>
          </p:cNvPr>
          <p:cNvSpPr/>
          <p:nvPr/>
        </p:nvSpPr>
        <p:spPr>
          <a:xfrm>
            <a:off x="3830604" y="294585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65" name="Rectangle: Rounded Corners 164">
            <a:extLst>
              <a:ext uri="{FF2B5EF4-FFF2-40B4-BE49-F238E27FC236}">
                <a16:creationId xmlns:a16="http://schemas.microsoft.com/office/drawing/2014/main" id="{6C6A52B5-589C-8190-D889-E29458D30516}"/>
              </a:ext>
            </a:extLst>
          </p:cNvPr>
          <p:cNvSpPr/>
          <p:nvPr/>
        </p:nvSpPr>
        <p:spPr>
          <a:xfrm>
            <a:off x="4297719"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66" name="Rectangle: Rounded Corners 165">
            <a:extLst>
              <a:ext uri="{FF2B5EF4-FFF2-40B4-BE49-F238E27FC236}">
                <a16:creationId xmlns:a16="http://schemas.microsoft.com/office/drawing/2014/main" id="{4DC633E3-2827-F23D-89C8-15F09E96329A}"/>
              </a:ext>
            </a:extLst>
          </p:cNvPr>
          <p:cNvSpPr/>
          <p:nvPr/>
        </p:nvSpPr>
        <p:spPr>
          <a:xfrm>
            <a:off x="4764813"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67" name="Rectangle: Rounded Corners 166">
            <a:extLst>
              <a:ext uri="{FF2B5EF4-FFF2-40B4-BE49-F238E27FC236}">
                <a16:creationId xmlns:a16="http://schemas.microsoft.com/office/drawing/2014/main" id="{79B1F3BA-90E5-C0D6-6B9D-87D83EF18DF2}"/>
              </a:ext>
            </a:extLst>
          </p:cNvPr>
          <p:cNvSpPr/>
          <p:nvPr/>
        </p:nvSpPr>
        <p:spPr>
          <a:xfrm>
            <a:off x="5226195"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68" name="Rectangle: Rounded Corners 167">
            <a:extLst>
              <a:ext uri="{FF2B5EF4-FFF2-40B4-BE49-F238E27FC236}">
                <a16:creationId xmlns:a16="http://schemas.microsoft.com/office/drawing/2014/main" id="{1DBCADA6-723D-6D2A-7EAF-07BDCFBBA395}"/>
              </a:ext>
            </a:extLst>
          </p:cNvPr>
          <p:cNvSpPr/>
          <p:nvPr/>
        </p:nvSpPr>
        <p:spPr>
          <a:xfrm>
            <a:off x="5696387"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69" name="Rectangle: Rounded Corners 168">
            <a:extLst>
              <a:ext uri="{FF2B5EF4-FFF2-40B4-BE49-F238E27FC236}">
                <a16:creationId xmlns:a16="http://schemas.microsoft.com/office/drawing/2014/main" id="{6B780679-91E6-CC53-757A-D4526694C5C3}"/>
              </a:ext>
            </a:extLst>
          </p:cNvPr>
          <p:cNvSpPr/>
          <p:nvPr/>
        </p:nvSpPr>
        <p:spPr>
          <a:xfrm>
            <a:off x="6160625" y="162763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70" name="Rectangle: Rounded Corners 169">
            <a:extLst>
              <a:ext uri="{FF2B5EF4-FFF2-40B4-BE49-F238E27FC236}">
                <a16:creationId xmlns:a16="http://schemas.microsoft.com/office/drawing/2014/main" id="{2668EC84-B3DC-94D5-F27F-F5EE27D7435E}"/>
              </a:ext>
            </a:extLst>
          </p:cNvPr>
          <p:cNvSpPr/>
          <p:nvPr/>
        </p:nvSpPr>
        <p:spPr>
          <a:xfrm>
            <a:off x="6624863"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71" name="Rectangle: Rounded Corners 170">
            <a:extLst>
              <a:ext uri="{FF2B5EF4-FFF2-40B4-BE49-F238E27FC236}">
                <a16:creationId xmlns:a16="http://schemas.microsoft.com/office/drawing/2014/main" id="{7B4D66BF-7B7B-6695-5355-3E41626F668B}"/>
              </a:ext>
            </a:extLst>
          </p:cNvPr>
          <p:cNvSpPr/>
          <p:nvPr/>
        </p:nvSpPr>
        <p:spPr>
          <a:xfrm>
            <a:off x="7097514"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72" name="Rectangle: Rounded Corners 171">
            <a:extLst>
              <a:ext uri="{FF2B5EF4-FFF2-40B4-BE49-F238E27FC236}">
                <a16:creationId xmlns:a16="http://schemas.microsoft.com/office/drawing/2014/main" id="{0AADE6A6-E741-36A3-F534-88E6BBE89C6B}"/>
              </a:ext>
            </a:extLst>
          </p:cNvPr>
          <p:cNvSpPr/>
          <p:nvPr/>
        </p:nvSpPr>
        <p:spPr>
          <a:xfrm>
            <a:off x="7566036"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73" name="Rectangle: Rounded Corners 172">
            <a:extLst>
              <a:ext uri="{FF2B5EF4-FFF2-40B4-BE49-F238E27FC236}">
                <a16:creationId xmlns:a16="http://schemas.microsoft.com/office/drawing/2014/main" id="{E8060883-DAB9-B5DD-35C2-E14B3C96E7B9}"/>
              </a:ext>
            </a:extLst>
          </p:cNvPr>
          <p:cNvSpPr/>
          <p:nvPr/>
        </p:nvSpPr>
        <p:spPr>
          <a:xfrm>
            <a:off x="8030274"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74" name="Rectangle: Rounded Corners 173">
            <a:extLst>
              <a:ext uri="{FF2B5EF4-FFF2-40B4-BE49-F238E27FC236}">
                <a16:creationId xmlns:a16="http://schemas.microsoft.com/office/drawing/2014/main" id="{22586E54-973E-5C36-373E-156F7FF05C9F}"/>
              </a:ext>
            </a:extLst>
          </p:cNvPr>
          <p:cNvSpPr/>
          <p:nvPr/>
        </p:nvSpPr>
        <p:spPr>
          <a:xfrm>
            <a:off x="2903556"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75" name="Rectangle: Rounded Corners 174">
            <a:extLst>
              <a:ext uri="{FF2B5EF4-FFF2-40B4-BE49-F238E27FC236}">
                <a16:creationId xmlns:a16="http://schemas.microsoft.com/office/drawing/2014/main" id="{2FADC7F5-D9D0-46CE-C877-BA189F2D6353}"/>
              </a:ext>
            </a:extLst>
          </p:cNvPr>
          <p:cNvSpPr/>
          <p:nvPr/>
        </p:nvSpPr>
        <p:spPr>
          <a:xfrm>
            <a:off x="3367794"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76" name="Rectangle: Rounded Corners 175">
            <a:extLst>
              <a:ext uri="{FF2B5EF4-FFF2-40B4-BE49-F238E27FC236}">
                <a16:creationId xmlns:a16="http://schemas.microsoft.com/office/drawing/2014/main" id="{6B363FF0-6DEC-BAAA-1D4B-FAE78D09FC91}"/>
              </a:ext>
            </a:extLst>
          </p:cNvPr>
          <p:cNvSpPr/>
          <p:nvPr/>
        </p:nvSpPr>
        <p:spPr>
          <a:xfrm>
            <a:off x="3832032" y="316382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77" name="Rectangle: Rounded Corners 176">
            <a:extLst>
              <a:ext uri="{FF2B5EF4-FFF2-40B4-BE49-F238E27FC236}">
                <a16:creationId xmlns:a16="http://schemas.microsoft.com/office/drawing/2014/main" id="{84128375-14D2-16AD-A1C4-F27B2C543356}"/>
              </a:ext>
            </a:extLst>
          </p:cNvPr>
          <p:cNvSpPr/>
          <p:nvPr/>
        </p:nvSpPr>
        <p:spPr>
          <a:xfrm>
            <a:off x="4299147"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78" name="Rectangle: Rounded Corners 177">
            <a:extLst>
              <a:ext uri="{FF2B5EF4-FFF2-40B4-BE49-F238E27FC236}">
                <a16:creationId xmlns:a16="http://schemas.microsoft.com/office/drawing/2014/main" id="{6171C449-3725-A597-4ABE-A20863F32DEA}"/>
              </a:ext>
            </a:extLst>
          </p:cNvPr>
          <p:cNvSpPr/>
          <p:nvPr/>
        </p:nvSpPr>
        <p:spPr>
          <a:xfrm>
            <a:off x="4763385"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79" name="Rectangle: Rounded Corners 178">
            <a:extLst>
              <a:ext uri="{FF2B5EF4-FFF2-40B4-BE49-F238E27FC236}">
                <a16:creationId xmlns:a16="http://schemas.microsoft.com/office/drawing/2014/main" id="{228621D7-A5B2-360C-91F1-4AA2AC02F243}"/>
              </a:ext>
            </a:extLst>
          </p:cNvPr>
          <p:cNvSpPr/>
          <p:nvPr/>
        </p:nvSpPr>
        <p:spPr>
          <a:xfrm>
            <a:off x="5227623"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80" name="Rectangle: Rounded Corners 179">
            <a:extLst>
              <a:ext uri="{FF2B5EF4-FFF2-40B4-BE49-F238E27FC236}">
                <a16:creationId xmlns:a16="http://schemas.microsoft.com/office/drawing/2014/main" id="{C6EAE608-4BAD-0B81-610A-60C11D613010}"/>
              </a:ext>
            </a:extLst>
          </p:cNvPr>
          <p:cNvSpPr/>
          <p:nvPr/>
        </p:nvSpPr>
        <p:spPr>
          <a:xfrm>
            <a:off x="5696387"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81" name="Rectangle: Rounded Corners 180">
            <a:extLst>
              <a:ext uri="{FF2B5EF4-FFF2-40B4-BE49-F238E27FC236}">
                <a16:creationId xmlns:a16="http://schemas.microsoft.com/office/drawing/2014/main" id="{67111CE8-0803-3FBE-F1D8-8FACA195DBB8}"/>
              </a:ext>
            </a:extLst>
          </p:cNvPr>
          <p:cNvSpPr/>
          <p:nvPr/>
        </p:nvSpPr>
        <p:spPr>
          <a:xfrm>
            <a:off x="6160625" y="316382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82" name="Rectangle: Rounded Corners 181">
            <a:extLst>
              <a:ext uri="{FF2B5EF4-FFF2-40B4-BE49-F238E27FC236}">
                <a16:creationId xmlns:a16="http://schemas.microsoft.com/office/drawing/2014/main" id="{1DE3C370-402F-45C3-368B-6045715B9364}"/>
              </a:ext>
            </a:extLst>
          </p:cNvPr>
          <p:cNvSpPr/>
          <p:nvPr/>
        </p:nvSpPr>
        <p:spPr>
          <a:xfrm>
            <a:off x="6624863" y="31638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83" name="Rectangle: Rounded Corners 182">
            <a:extLst>
              <a:ext uri="{FF2B5EF4-FFF2-40B4-BE49-F238E27FC236}">
                <a16:creationId xmlns:a16="http://schemas.microsoft.com/office/drawing/2014/main" id="{86478C72-1FA8-55BF-90BC-F2E4EC4C34BC}"/>
              </a:ext>
            </a:extLst>
          </p:cNvPr>
          <p:cNvSpPr/>
          <p:nvPr/>
        </p:nvSpPr>
        <p:spPr>
          <a:xfrm>
            <a:off x="7098942"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84" name="Rectangle: Rounded Corners 183">
            <a:extLst>
              <a:ext uri="{FF2B5EF4-FFF2-40B4-BE49-F238E27FC236}">
                <a16:creationId xmlns:a16="http://schemas.microsoft.com/office/drawing/2014/main" id="{7F73EF4D-B8E1-EFE8-3E0A-F648B56BF98A}"/>
              </a:ext>
            </a:extLst>
          </p:cNvPr>
          <p:cNvSpPr/>
          <p:nvPr/>
        </p:nvSpPr>
        <p:spPr>
          <a:xfrm>
            <a:off x="7566036"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85" name="Rectangle: Rounded Corners 184">
            <a:extLst>
              <a:ext uri="{FF2B5EF4-FFF2-40B4-BE49-F238E27FC236}">
                <a16:creationId xmlns:a16="http://schemas.microsoft.com/office/drawing/2014/main" id="{4571E4B2-745D-22AC-797E-1B9BE7A6CF72}"/>
              </a:ext>
            </a:extLst>
          </p:cNvPr>
          <p:cNvSpPr/>
          <p:nvPr/>
        </p:nvSpPr>
        <p:spPr>
          <a:xfrm>
            <a:off x="8030274" y="31638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86" name="Rectangle: Rounded Corners 185">
            <a:extLst>
              <a:ext uri="{FF2B5EF4-FFF2-40B4-BE49-F238E27FC236}">
                <a16:creationId xmlns:a16="http://schemas.microsoft.com/office/drawing/2014/main" id="{3A2BAA78-9C35-9A4E-5FD0-AD5659ECC3D6}"/>
              </a:ext>
            </a:extLst>
          </p:cNvPr>
          <p:cNvSpPr/>
          <p:nvPr/>
        </p:nvSpPr>
        <p:spPr>
          <a:xfrm>
            <a:off x="2902128"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87" name="Rectangle: Rounded Corners 186">
            <a:extLst>
              <a:ext uri="{FF2B5EF4-FFF2-40B4-BE49-F238E27FC236}">
                <a16:creationId xmlns:a16="http://schemas.microsoft.com/office/drawing/2014/main" id="{4A083978-BBEC-0C2E-EA71-EC6AE5552E8A}"/>
              </a:ext>
            </a:extLst>
          </p:cNvPr>
          <p:cNvSpPr/>
          <p:nvPr/>
        </p:nvSpPr>
        <p:spPr>
          <a:xfrm>
            <a:off x="3366366"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88" name="Rectangle: Rounded Corners 187">
            <a:extLst>
              <a:ext uri="{FF2B5EF4-FFF2-40B4-BE49-F238E27FC236}">
                <a16:creationId xmlns:a16="http://schemas.microsoft.com/office/drawing/2014/main" id="{AD97A86A-4C24-9A4D-68AE-6569797C6A93}"/>
              </a:ext>
            </a:extLst>
          </p:cNvPr>
          <p:cNvSpPr/>
          <p:nvPr/>
        </p:nvSpPr>
        <p:spPr>
          <a:xfrm>
            <a:off x="3830604" y="3378737"/>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89" name="Rectangle: Rounded Corners 188">
            <a:extLst>
              <a:ext uri="{FF2B5EF4-FFF2-40B4-BE49-F238E27FC236}">
                <a16:creationId xmlns:a16="http://schemas.microsoft.com/office/drawing/2014/main" id="{B349D968-73BF-6252-05B6-6D437073D5EC}"/>
              </a:ext>
            </a:extLst>
          </p:cNvPr>
          <p:cNvSpPr/>
          <p:nvPr/>
        </p:nvSpPr>
        <p:spPr>
          <a:xfrm>
            <a:off x="4297719"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90" name="Rectangle: Rounded Corners 189">
            <a:extLst>
              <a:ext uri="{FF2B5EF4-FFF2-40B4-BE49-F238E27FC236}">
                <a16:creationId xmlns:a16="http://schemas.microsoft.com/office/drawing/2014/main" id="{E39B3010-B8C9-956B-1873-37B13339017F}"/>
              </a:ext>
            </a:extLst>
          </p:cNvPr>
          <p:cNvSpPr/>
          <p:nvPr/>
        </p:nvSpPr>
        <p:spPr>
          <a:xfrm>
            <a:off x="4761957"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91" name="Rectangle: Rounded Corners 190">
            <a:extLst>
              <a:ext uri="{FF2B5EF4-FFF2-40B4-BE49-F238E27FC236}">
                <a16:creationId xmlns:a16="http://schemas.microsoft.com/office/drawing/2014/main" id="{4B51B746-CCE4-1765-5B0E-E5B7FA7889E8}"/>
              </a:ext>
            </a:extLst>
          </p:cNvPr>
          <p:cNvSpPr/>
          <p:nvPr/>
        </p:nvSpPr>
        <p:spPr>
          <a:xfrm>
            <a:off x="5226195"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192" name="Rectangle: Rounded Corners 191">
            <a:extLst>
              <a:ext uri="{FF2B5EF4-FFF2-40B4-BE49-F238E27FC236}">
                <a16:creationId xmlns:a16="http://schemas.microsoft.com/office/drawing/2014/main" id="{756AB0A0-B5F6-9929-E69A-7E27DBBC6ABA}"/>
              </a:ext>
            </a:extLst>
          </p:cNvPr>
          <p:cNvSpPr/>
          <p:nvPr/>
        </p:nvSpPr>
        <p:spPr>
          <a:xfrm>
            <a:off x="5696387"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93" name="Rectangle: Rounded Corners 192">
            <a:extLst>
              <a:ext uri="{FF2B5EF4-FFF2-40B4-BE49-F238E27FC236}">
                <a16:creationId xmlns:a16="http://schemas.microsoft.com/office/drawing/2014/main" id="{C545131D-5FF6-D4D1-46DE-64284487EE20}"/>
              </a:ext>
            </a:extLst>
          </p:cNvPr>
          <p:cNvSpPr/>
          <p:nvPr/>
        </p:nvSpPr>
        <p:spPr>
          <a:xfrm>
            <a:off x="6160625" y="3378737"/>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94" name="Rectangle: Rounded Corners 193">
            <a:extLst>
              <a:ext uri="{FF2B5EF4-FFF2-40B4-BE49-F238E27FC236}">
                <a16:creationId xmlns:a16="http://schemas.microsoft.com/office/drawing/2014/main" id="{242CE59E-43E7-2814-7399-7A3EACBDEF64}"/>
              </a:ext>
            </a:extLst>
          </p:cNvPr>
          <p:cNvSpPr/>
          <p:nvPr/>
        </p:nvSpPr>
        <p:spPr>
          <a:xfrm>
            <a:off x="6624863" y="3378737"/>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95" name="Rectangle: Rounded Corners 194">
            <a:extLst>
              <a:ext uri="{FF2B5EF4-FFF2-40B4-BE49-F238E27FC236}">
                <a16:creationId xmlns:a16="http://schemas.microsoft.com/office/drawing/2014/main" id="{2FF3906A-8B95-A1A5-2289-101126AAA100}"/>
              </a:ext>
            </a:extLst>
          </p:cNvPr>
          <p:cNvSpPr/>
          <p:nvPr/>
        </p:nvSpPr>
        <p:spPr>
          <a:xfrm>
            <a:off x="7097514"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96" name="Rectangle: Rounded Corners 195">
            <a:extLst>
              <a:ext uri="{FF2B5EF4-FFF2-40B4-BE49-F238E27FC236}">
                <a16:creationId xmlns:a16="http://schemas.microsoft.com/office/drawing/2014/main" id="{188CAD14-F39D-937E-4563-19201203ABC7}"/>
              </a:ext>
            </a:extLst>
          </p:cNvPr>
          <p:cNvSpPr/>
          <p:nvPr/>
        </p:nvSpPr>
        <p:spPr>
          <a:xfrm>
            <a:off x="7566036"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97" name="Rectangle: Rounded Corners 196">
            <a:extLst>
              <a:ext uri="{FF2B5EF4-FFF2-40B4-BE49-F238E27FC236}">
                <a16:creationId xmlns:a16="http://schemas.microsoft.com/office/drawing/2014/main" id="{A7D1714D-0A52-CA0B-EDA1-46B8382D605B}"/>
              </a:ext>
            </a:extLst>
          </p:cNvPr>
          <p:cNvSpPr/>
          <p:nvPr/>
        </p:nvSpPr>
        <p:spPr>
          <a:xfrm>
            <a:off x="8030274" y="3378737"/>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98" name="Rectangle: Rounded Corners 197">
            <a:extLst>
              <a:ext uri="{FF2B5EF4-FFF2-40B4-BE49-F238E27FC236}">
                <a16:creationId xmlns:a16="http://schemas.microsoft.com/office/drawing/2014/main" id="{083063A9-74EC-3B22-FAAB-E892C9745AF9}"/>
              </a:ext>
            </a:extLst>
          </p:cNvPr>
          <p:cNvSpPr/>
          <p:nvPr/>
        </p:nvSpPr>
        <p:spPr>
          <a:xfrm>
            <a:off x="1505013" y="969263"/>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99" name="Rectangle: Rounded Corners 198">
            <a:extLst>
              <a:ext uri="{FF2B5EF4-FFF2-40B4-BE49-F238E27FC236}">
                <a16:creationId xmlns:a16="http://schemas.microsoft.com/office/drawing/2014/main" id="{F95EAC6F-50CF-4F30-2C0C-6457C3050665}"/>
              </a:ext>
            </a:extLst>
          </p:cNvPr>
          <p:cNvSpPr/>
          <p:nvPr/>
        </p:nvSpPr>
        <p:spPr>
          <a:xfrm>
            <a:off x="1505012" y="629194"/>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DP</a:t>
            </a:r>
          </a:p>
        </p:txBody>
      </p:sp>
      <p:sp>
        <p:nvSpPr>
          <p:cNvPr id="200" name="Rectangle: Rounded Corners 199">
            <a:extLst>
              <a:ext uri="{FF2B5EF4-FFF2-40B4-BE49-F238E27FC236}">
                <a16:creationId xmlns:a16="http://schemas.microsoft.com/office/drawing/2014/main" id="{B6C1FBC4-4BB7-7C00-FEF8-D5A96C7D72F2}"/>
              </a:ext>
            </a:extLst>
          </p:cNvPr>
          <p:cNvSpPr/>
          <p:nvPr/>
        </p:nvSpPr>
        <p:spPr>
          <a:xfrm>
            <a:off x="1969251" y="969263"/>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201" name="Rectangle: Rounded Corners 200">
            <a:extLst>
              <a:ext uri="{FF2B5EF4-FFF2-40B4-BE49-F238E27FC236}">
                <a16:creationId xmlns:a16="http://schemas.microsoft.com/office/drawing/2014/main" id="{D46E7DCE-5EA5-040B-C749-3131D555B57A}"/>
              </a:ext>
            </a:extLst>
          </p:cNvPr>
          <p:cNvSpPr/>
          <p:nvPr/>
        </p:nvSpPr>
        <p:spPr>
          <a:xfrm>
            <a:off x="2433489" y="969263"/>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92" name="Rectangle: Rounded Corners 291">
            <a:extLst>
              <a:ext uri="{FF2B5EF4-FFF2-40B4-BE49-F238E27FC236}">
                <a16:creationId xmlns:a16="http://schemas.microsoft.com/office/drawing/2014/main" id="{24B2F086-3B04-0FBF-8711-7B54CB622AAC}"/>
              </a:ext>
            </a:extLst>
          </p:cNvPr>
          <p:cNvSpPr/>
          <p:nvPr/>
        </p:nvSpPr>
        <p:spPr>
          <a:xfrm>
            <a:off x="1503585" y="118872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293" name="Rectangle: Rounded Corners 292">
            <a:extLst>
              <a:ext uri="{FF2B5EF4-FFF2-40B4-BE49-F238E27FC236}">
                <a16:creationId xmlns:a16="http://schemas.microsoft.com/office/drawing/2014/main" id="{6C6B9B01-49BB-4F55-6C68-0A3EBA0C5772}"/>
              </a:ext>
            </a:extLst>
          </p:cNvPr>
          <p:cNvSpPr/>
          <p:nvPr/>
        </p:nvSpPr>
        <p:spPr>
          <a:xfrm>
            <a:off x="1967823" y="118872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294" name="Rectangle: Rounded Corners 293">
            <a:extLst>
              <a:ext uri="{FF2B5EF4-FFF2-40B4-BE49-F238E27FC236}">
                <a16:creationId xmlns:a16="http://schemas.microsoft.com/office/drawing/2014/main" id="{7D87AF3B-0755-419C-3D65-BE22FD4AC101}"/>
              </a:ext>
            </a:extLst>
          </p:cNvPr>
          <p:cNvSpPr/>
          <p:nvPr/>
        </p:nvSpPr>
        <p:spPr>
          <a:xfrm>
            <a:off x="2432061" y="118872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95" name="Rectangle: Rounded Corners 294">
            <a:extLst>
              <a:ext uri="{FF2B5EF4-FFF2-40B4-BE49-F238E27FC236}">
                <a16:creationId xmlns:a16="http://schemas.microsoft.com/office/drawing/2014/main" id="{5F31989B-4933-AAE2-B975-9AE4B3873F80}"/>
              </a:ext>
            </a:extLst>
          </p:cNvPr>
          <p:cNvSpPr/>
          <p:nvPr/>
        </p:nvSpPr>
        <p:spPr>
          <a:xfrm>
            <a:off x="1505013" y="140817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296" name="Rectangle: Rounded Corners 295">
            <a:extLst>
              <a:ext uri="{FF2B5EF4-FFF2-40B4-BE49-F238E27FC236}">
                <a16:creationId xmlns:a16="http://schemas.microsoft.com/office/drawing/2014/main" id="{F46B1237-42FE-B591-3261-C426ABE51EE3}"/>
              </a:ext>
            </a:extLst>
          </p:cNvPr>
          <p:cNvSpPr/>
          <p:nvPr/>
        </p:nvSpPr>
        <p:spPr>
          <a:xfrm>
            <a:off x="1969251" y="140817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297" name="Rectangle: Rounded Corners 296">
            <a:extLst>
              <a:ext uri="{FF2B5EF4-FFF2-40B4-BE49-F238E27FC236}">
                <a16:creationId xmlns:a16="http://schemas.microsoft.com/office/drawing/2014/main" id="{CD971BC5-98EF-C6B0-DF72-0DFEC4E80096}"/>
              </a:ext>
            </a:extLst>
          </p:cNvPr>
          <p:cNvSpPr/>
          <p:nvPr/>
        </p:nvSpPr>
        <p:spPr>
          <a:xfrm>
            <a:off x="2433489" y="140817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98" name="Rectangle: Rounded Corners 297">
            <a:extLst>
              <a:ext uri="{FF2B5EF4-FFF2-40B4-BE49-F238E27FC236}">
                <a16:creationId xmlns:a16="http://schemas.microsoft.com/office/drawing/2014/main" id="{C3CD66BC-01B8-67C4-1480-94D63DAC1E13}"/>
              </a:ext>
            </a:extLst>
          </p:cNvPr>
          <p:cNvSpPr/>
          <p:nvPr/>
        </p:nvSpPr>
        <p:spPr>
          <a:xfrm>
            <a:off x="1503585" y="162763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299" name="Rectangle: Rounded Corners 298">
            <a:extLst>
              <a:ext uri="{FF2B5EF4-FFF2-40B4-BE49-F238E27FC236}">
                <a16:creationId xmlns:a16="http://schemas.microsoft.com/office/drawing/2014/main" id="{03687D37-BC80-E0AA-9CC1-C1EAFCEFF5EF}"/>
              </a:ext>
            </a:extLst>
          </p:cNvPr>
          <p:cNvSpPr/>
          <p:nvPr/>
        </p:nvSpPr>
        <p:spPr>
          <a:xfrm>
            <a:off x="1966504"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00" name="Rectangle: Rounded Corners 299">
            <a:extLst>
              <a:ext uri="{FF2B5EF4-FFF2-40B4-BE49-F238E27FC236}">
                <a16:creationId xmlns:a16="http://schemas.microsoft.com/office/drawing/2014/main" id="{3CA4BE3A-6AD6-3C47-9BB6-482C72AC0A76}"/>
              </a:ext>
            </a:extLst>
          </p:cNvPr>
          <p:cNvSpPr/>
          <p:nvPr/>
        </p:nvSpPr>
        <p:spPr>
          <a:xfrm>
            <a:off x="2432061" y="162763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01" name="Rectangle: Rounded Corners 300">
            <a:extLst>
              <a:ext uri="{FF2B5EF4-FFF2-40B4-BE49-F238E27FC236}">
                <a16:creationId xmlns:a16="http://schemas.microsoft.com/office/drawing/2014/main" id="{12A10C92-ABFB-4940-9C94-43A750468F7C}"/>
              </a:ext>
            </a:extLst>
          </p:cNvPr>
          <p:cNvSpPr/>
          <p:nvPr/>
        </p:nvSpPr>
        <p:spPr>
          <a:xfrm>
            <a:off x="1503585" y="1847088"/>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02" name="Rectangle: Rounded Corners 301">
            <a:extLst>
              <a:ext uri="{FF2B5EF4-FFF2-40B4-BE49-F238E27FC236}">
                <a16:creationId xmlns:a16="http://schemas.microsoft.com/office/drawing/2014/main" id="{86C9663D-56C2-53EB-6273-3A0281568775}"/>
              </a:ext>
            </a:extLst>
          </p:cNvPr>
          <p:cNvSpPr/>
          <p:nvPr/>
        </p:nvSpPr>
        <p:spPr>
          <a:xfrm>
            <a:off x="1967823" y="1847088"/>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03" name="Rectangle: Rounded Corners 302">
            <a:extLst>
              <a:ext uri="{FF2B5EF4-FFF2-40B4-BE49-F238E27FC236}">
                <a16:creationId xmlns:a16="http://schemas.microsoft.com/office/drawing/2014/main" id="{C3FD5AE5-4D27-FF8A-B3CB-504E9FF68D30}"/>
              </a:ext>
            </a:extLst>
          </p:cNvPr>
          <p:cNvSpPr/>
          <p:nvPr/>
        </p:nvSpPr>
        <p:spPr>
          <a:xfrm>
            <a:off x="2432061" y="18470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04" name="Rectangle: Rounded Corners 303">
            <a:extLst>
              <a:ext uri="{FF2B5EF4-FFF2-40B4-BE49-F238E27FC236}">
                <a16:creationId xmlns:a16="http://schemas.microsoft.com/office/drawing/2014/main" id="{9A365067-793D-9138-8736-F5E146A764F4}"/>
              </a:ext>
            </a:extLst>
          </p:cNvPr>
          <p:cNvSpPr/>
          <p:nvPr/>
        </p:nvSpPr>
        <p:spPr>
          <a:xfrm>
            <a:off x="1502157" y="206654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05" name="Rectangle: Rounded Corners 304">
            <a:extLst>
              <a:ext uri="{FF2B5EF4-FFF2-40B4-BE49-F238E27FC236}">
                <a16:creationId xmlns:a16="http://schemas.microsoft.com/office/drawing/2014/main" id="{BD5A1EF1-222E-D24A-6A1C-8605D1B00A12}"/>
              </a:ext>
            </a:extLst>
          </p:cNvPr>
          <p:cNvSpPr/>
          <p:nvPr/>
        </p:nvSpPr>
        <p:spPr>
          <a:xfrm>
            <a:off x="1966395" y="206654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06" name="Rectangle: Rounded Corners 305">
            <a:extLst>
              <a:ext uri="{FF2B5EF4-FFF2-40B4-BE49-F238E27FC236}">
                <a16:creationId xmlns:a16="http://schemas.microsoft.com/office/drawing/2014/main" id="{E830B153-375D-A700-CA9F-508D47D2736D}"/>
              </a:ext>
            </a:extLst>
          </p:cNvPr>
          <p:cNvSpPr/>
          <p:nvPr/>
        </p:nvSpPr>
        <p:spPr>
          <a:xfrm>
            <a:off x="2430633" y="20665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07" name="Rectangle: Rounded Corners 306">
            <a:extLst>
              <a:ext uri="{FF2B5EF4-FFF2-40B4-BE49-F238E27FC236}">
                <a16:creationId xmlns:a16="http://schemas.microsoft.com/office/drawing/2014/main" id="{BBBE1EDB-E95E-F43C-974A-1F096CC9D493}"/>
              </a:ext>
            </a:extLst>
          </p:cNvPr>
          <p:cNvSpPr/>
          <p:nvPr/>
        </p:nvSpPr>
        <p:spPr>
          <a:xfrm>
            <a:off x="1503585" y="228600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16" name="Rectangle: Rounded Corners 315">
            <a:extLst>
              <a:ext uri="{FF2B5EF4-FFF2-40B4-BE49-F238E27FC236}">
                <a16:creationId xmlns:a16="http://schemas.microsoft.com/office/drawing/2014/main" id="{584DDDD2-D9A8-E1C4-5919-9D5ABF05F49E}"/>
              </a:ext>
            </a:extLst>
          </p:cNvPr>
          <p:cNvSpPr/>
          <p:nvPr/>
        </p:nvSpPr>
        <p:spPr>
          <a:xfrm>
            <a:off x="1967823" y="228600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17" name="Rectangle: Rounded Corners 316">
            <a:extLst>
              <a:ext uri="{FF2B5EF4-FFF2-40B4-BE49-F238E27FC236}">
                <a16:creationId xmlns:a16="http://schemas.microsoft.com/office/drawing/2014/main" id="{00F41627-1E94-1489-B5D1-177C42D71188}"/>
              </a:ext>
            </a:extLst>
          </p:cNvPr>
          <p:cNvSpPr/>
          <p:nvPr/>
        </p:nvSpPr>
        <p:spPr>
          <a:xfrm>
            <a:off x="2432061" y="22860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18" name="Rectangle: Rounded Corners 317">
            <a:extLst>
              <a:ext uri="{FF2B5EF4-FFF2-40B4-BE49-F238E27FC236}">
                <a16:creationId xmlns:a16="http://schemas.microsoft.com/office/drawing/2014/main" id="{E73BAD8D-7E6F-88A9-E7AC-49292CF23EED}"/>
              </a:ext>
            </a:extLst>
          </p:cNvPr>
          <p:cNvSpPr/>
          <p:nvPr/>
        </p:nvSpPr>
        <p:spPr>
          <a:xfrm>
            <a:off x="1502157" y="250545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19" name="Rectangle: Rounded Corners 318">
            <a:extLst>
              <a:ext uri="{FF2B5EF4-FFF2-40B4-BE49-F238E27FC236}">
                <a16:creationId xmlns:a16="http://schemas.microsoft.com/office/drawing/2014/main" id="{DFAB1825-1E0C-648F-F323-A70A0B968863}"/>
              </a:ext>
            </a:extLst>
          </p:cNvPr>
          <p:cNvSpPr/>
          <p:nvPr/>
        </p:nvSpPr>
        <p:spPr>
          <a:xfrm>
            <a:off x="1966395" y="250545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20" name="Rectangle: Rounded Corners 319">
            <a:extLst>
              <a:ext uri="{FF2B5EF4-FFF2-40B4-BE49-F238E27FC236}">
                <a16:creationId xmlns:a16="http://schemas.microsoft.com/office/drawing/2014/main" id="{E77F8B62-4BA1-0C8F-9F96-E61EDFB2B52C}"/>
              </a:ext>
            </a:extLst>
          </p:cNvPr>
          <p:cNvSpPr/>
          <p:nvPr/>
        </p:nvSpPr>
        <p:spPr>
          <a:xfrm>
            <a:off x="2430633" y="25054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21" name="Rectangle: Rounded Corners 320">
            <a:extLst>
              <a:ext uri="{FF2B5EF4-FFF2-40B4-BE49-F238E27FC236}">
                <a16:creationId xmlns:a16="http://schemas.microsoft.com/office/drawing/2014/main" id="{1F192DC4-9ACF-500D-4CE3-A09A8F8244C4}"/>
              </a:ext>
            </a:extLst>
          </p:cNvPr>
          <p:cNvSpPr/>
          <p:nvPr/>
        </p:nvSpPr>
        <p:spPr>
          <a:xfrm>
            <a:off x="1502157" y="272491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22" name="Rectangle: Rounded Corners 321">
            <a:extLst>
              <a:ext uri="{FF2B5EF4-FFF2-40B4-BE49-F238E27FC236}">
                <a16:creationId xmlns:a16="http://schemas.microsoft.com/office/drawing/2014/main" id="{4D3A6601-4087-63ED-6D66-772D4BA4179E}"/>
              </a:ext>
            </a:extLst>
          </p:cNvPr>
          <p:cNvSpPr/>
          <p:nvPr/>
        </p:nvSpPr>
        <p:spPr>
          <a:xfrm>
            <a:off x="1966395" y="272491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23" name="Rectangle: Rounded Corners 322">
            <a:extLst>
              <a:ext uri="{FF2B5EF4-FFF2-40B4-BE49-F238E27FC236}">
                <a16:creationId xmlns:a16="http://schemas.microsoft.com/office/drawing/2014/main" id="{A43EF70C-F84A-5951-1A31-6A3BA7E54265}"/>
              </a:ext>
            </a:extLst>
          </p:cNvPr>
          <p:cNvSpPr/>
          <p:nvPr/>
        </p:nvSpPr>
        <p:spPr>
          <a:xfrm>
            <a:off x="2430633" y="27249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24" name="Rectangle: Rounded Corners 323">
            <a:extLst>
              <a:ext uri="{FF2B5EF4-FFF2-40B4-BE49-F238E27FC236}">
                <a16:creationId xmlns:a16="http://schemas.microsoft.com/office/drawing/2014/main" id="{4F42A6BE-EDB0-9ED4-1FDD-F92C80541429}"/>
              </a:ext>
            </a:extLst>
          </p:cNvPr>
          <p:cNvSpPr/>
          <p:nvPr/>
        </p:nvSpPr>
        <p:spPr>
          <a:xfrm>
            <a:off x="1500729" y="294585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25" name="Rectangle: Rounded Corners 324">
            <a:extLst>
              <a:ext uri="{FF2B5EF4-FFF2-40B4-BE49-F238E27FC236}">
                <a16:creationId xmlns:a16="http://schemas.microsoft.com/office/drawing/2014/main" id="{363EAB75-D80A-EC92-027A-BB35C734BC9B}"/>
              </a:ext>
            </a:extLst>
          </p:cNvPr>
          <p:cNvSpPr/>
          <p:nvPr/>
        </p:nvSpPr>
        <p:spPr>
          <a:xfrm>
            <a:off x="1963969" y="162763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26" name="Rectangle: Rounded Corners 325">
            <a:extLst>
              <a:ext uri="{FF2B5EF4-FFF2-40B4-BE49-F238E27FC236}">
                <a16:creationId xmlns:a16="http://schemas.microsoft.com/office/drawing/2014/main" id="{F0740465-BC15-DBB9-ED57-EC26CFB316F4}"/>
              </a:ext>
            </a:extLst>
          </p:cNvPr>
          <p:cNvSpPr/>
          <p:nvPr/>
        </p:nvSpPr>
        <p:spPr>
          <a:xfrm>
            <a:off x="2429205"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27" name="Rectangle: Rounded Corners 326">
            <a:extLst>
              <a:ext uri="{FF2B5EF4-FFF2-40B4-BE49-F238E27FC236}">
                <a16:creationId xmlns:a16="http://schemas.microsoft.com/office/drawing/2014/main" id="{0DD8D325-C417-B812-0111-85F61E9821FB}"/>
              </a:ext>
            </a:extLst>
          </p:cNvPr>
          <p:cNvSpPr/>
          <p:nvPr/>
        </p:nvSpPr>
        <p:spPr>
          <a:xfrm>
            <a:off x="1502157" y="316382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28" name="Rectangle: Rounded Corners 327">
            <a:extLst>
              <a:ext uri="{FF2B5EF4-FFF2-40B4-BE49-F238E27FC236}">
                <a16:creationId xmlns:a16="http://schemas.microsoft.com/office/drawing/2014/main" id="{29EA4686-AE00-008A-4AF7-0FB65702F014}"/>
              </a:ext>
            </a:extLst>
          </p:cNvPr>
          <p:cNvSpPr/>
          <p:nvPr/>
        </p:nvSpPr>
        <p:spPr>
          <a:xfrm>
            <a:off x="1966395" y="316382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29" name="Rectangle: Rounded Corners 328">
            <a:extLst>
              <a:ext uri="{FF2B5EF4-FFF2-40B4-BE49-F238E27FC236}">
                <a16:creationId xmlns:a16="http://schemas.microsoft.com/office/drawing/2014/main" id="{BE184FFE-719C-F702-A693-B5952275747A}"/>
              </a:ext>
            </a:extLst>
          </p:cNvPr>
          <p:cNvSpPr/>
          <p:nvPr/>
        </p:nvSpPr>
        <p:spPr>
          <a:xfrm>
            <a:off x="2430633" y="31638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30" name="Rectangle: Rounded Corners 329">
            <a:extLst>
              <a:ext uri="{FF2B5EF4-FFF2-40B4-BE49-F238E27FC236}">
                <a16:creationId xmlns:a16="http://schemas.microsoft.com/office/drawing/2014/main" id="{2680BA7A-D847-811D-B854-AB09C7386D8B}"/>
              </a:ext>
            </a:extLst>
          </p:cNvPr>
          <p:cNvSpPr/>
          <p:nvPr/>
        </p:nvSpPr>
        <p:spPr>
          <a:xfrm>
            <a:off x="1500729" y="3378737"/>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31" name="Rectangle: Rounded Corners 330">
            <a:extLst>
              <a:ext uri="{FF2B5EF4-FFF2-40B4-BE49-F238E27FC236}">
                <a16:creationId xmlns:a16="http://schemas.microsoft.com/office/drawing/2014/main" id="{096D6BE4-4C39-8195-BF0A-3197EEB0E335}"/>
              </a:ext>
            </a:extLst>
          </p:cNvPr>
          <p:cNvSpPr/>
          <p:nvPr/>
        </p:nvSpPr>
        <p:spPr>
          <a:xfrm>
            <a:off x="1964967" y="3378737"/>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32" name="Rectangle: Rounded Corners 331">
            <a:extLst>
              <a:ext uri="{FF2B5EF4-FFF2-40B4-BE49-F238E27FC236}">
                <a16:creationId xmlns:a16="http://schemas.microsoft.com/office/drawing/2014/main" id="{B6CDF0E4-E78B-2D58-8873-782829F46CBD}"/>
              </a:ext>
            </a:extLst>
          </p:cNvPr>
          <p:cNvSpPr/>
          <p:nvPr/>
        </p:nvSpPr>
        <p:spPr>
          <a:xfrm>
            <a:off x="2429205" y="3378737"/>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33" name="Rectangle: Rounded Corners 332">
            <a:extLst>
              <a:ext uri="{FF2B5EF4-FFF2-40B4-BE49-F238E27FC236}">
                <a16:creationId xmlns:a16="http://schemas.microsoft.com/office/drawing/2014/main" id="{D6F3B089-22A0-C0ED-C4FB-145EC69CC710}"/>
              </a:ext>
            </a:extLst>
          </p:cNvPr>
          <p:cNvSpPr/>
          <p:nvPr/>
        </p:nvSpPr>
        <p:spPr>
          <a:xfrm>
            <a:off x="8501553"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34" name="Rectangle: Rounded Corners 333">
            <a:extLst>
              <a:ext uri="{FF2B5EF4-FFF2-40B4-BE49-F238E27FC236}">
                <a16:creationId xmlns:a16="http://schemas.microsoft.com/office/drawing/2014/main" id="{43FD16EB-162B-C2AA-DA27-2961A46B2A1D}"/>
              </a:ext>
            </a:extLst>
          </p:cNvPr>
          <p:cNvSpPr/>
          <p:nvPr/>
        </p:nvSpPr>
        <p:spPr>
          <a:xfrm>
            <a:off x="8501552" y="615272"/>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GRO</a:t>
            </a:r>
          </a:p>
        </p:txBody>
      </p:sp>
      <p:sp>
        <p:nvSpPr>
          <p:cNvPr id="335" name="Rectangle: Rounded Corners 334">
            <a:extLst>
              <a:ext uri="{FF2B5EF4-FFF2-40B4-BE49-F238E27FC236}">
                <a16:creationId xmlns:a16="http://schemas.microsoft.com/office/drawing/2014/main" id="{F717140B-8A4A-433B-3008-615328ABB5F9}"/>
              </a:ext>
            </a:extLst>
          </p:cNvPr>
          <p:cNvSpPr/>
          <p:nvPr/>
        </p:nvSpPr>
        <p:spPr>
          <a:xfrm>
            <a:off x="8967392" y="969263"/>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36" name="Rectangle: Rounded Corners 335">
            <a:extLst>
              <a:ext uri="{FF2B5EF4-FFF2-40B4-BE49-F238E27FC236}">
                <a16:creationId xmlns:a16="http://schemas.microsoft.com/office/drawing/2014/main" id="{82284A08-2C4F-87EF-937C-666A37A1ED88}"/>
              </a:ext>
            </a:extLst>
          </p:cNvPr>
          <p:cNvSpPr/>
          <p:nvPr/>
        </p:nvSpPr>
        <p:spPr>
          <a:xfrm>
            <a:off x="9430029" y="969263"/>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37" name="Rectangle: Rounded Corners 336">
            <a:extLst>
              <a:ext uri="{FF2B5EF4-FFF2-40B4-BE49-F238E27FC236}">
                <a16:creationId xmlns:a16="http://schemas.microsoft.com/office/drawing/2014/main" id="{42036BF9-0A4B-0A26-EB52-557E237F4C68}"/>
              </a:ext>
            </a:extLst>
          </p:cNvPr>
          <p:cNvSpPr/>
          <p:nvPr/>
        </p:nvSpPr>
        <p:spPr>
          <a:xfrm>
            <a:off x="8501553"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38" name="Rectangle: Rounded Corners 337">
            <a:extLst>
              <a:ext uri="{FF2B5EF4-FFF2-40B4-BE49-F238E27FC236}">
                <a16:creationId xmlns:a16="http://schemas.microsoft.com/office/drawing/2014/main" id="{9374E321-D393-FFF4-BD5E-E02A39DA04D2}"/>
              </a:ext>
            </a:extLst>
          </p:cNvPr>
          <p:cNvSpPr/>
          <p:nvPr/>
        </p:nvSpPr>
        <p:spPr>
          <a:xfrm>
            <a:off x="8967392" y="118872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39" name="Rectangle: Rounded Corners 338">
            <a:extLst>
              <a:ext uri="{FF2B5EF4-FFF2-40B4-BE49-F238E27FC236}">
                <a16:creationId xmlns:a16="http://schemas.microsoft.com/office/drawing/2014/main" id="{722745A7-E862-DB69-1468-1BAF818628F2}"/>
              </a:ext>
            </a:extLst>
          </p:cNvPr>
          <p:cNvSpPr/>
          <p:nvPr/>
        </p:nvSpPr>
        <p:spPr>
          <a:xfrm>
            <a:off x="9430029" y="118872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40" name="Rectangle: Rounded Corners 339">
            <a:extLst>
              <a:ext uri="{FF2B5EF4-FFF2-40B4-BE49-F238E27FC236}">
                <a16:creationId xmlns:a16="http://schemas.microsoft.com/office/drawing/2014/main" id="{780A8057-92E0-4E1B-4AD5-9C998AE2C267}"/>
              </a:ext>
            </a:extLst>
          </p:cNvPr>
          <p:cNvSpPr/>
          <p:nvPr/>
        </p:nvSpPr>
        <p:spPr>
          <a:xfrm>
            <a:off x="8501553"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41" name="Rectangle: Rounded Corners 340">
            <a:extLst>
              <a:ext uri="{FF2B5EF4-FFF2-40B4-BE49-F238E27FC236}">
                <a16:creationId xmlns:a16="http://schemas.microsoft.com/office/drawing/2014/main" id="{21186E55-91BE-1D36-E922-635BE2F637F5}"/>
              </a:ext>
            </a:extLst>
          </p:cNvPr>
          <p:cNvSpPr/>
          <p:nvPr/>
        </p:nvSpPr>
        <p:spPr>
          <a:xfrm>
            <a:off x="8967392" y="140817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42" name="Rectangle: Rounded Corners 341">
            <a:extLst>
              <a:ext uri="{FF2B5EF4-FFF2-40B4-BE49-F238E27FC236}">
                <a16:creationId xmlns:a16="http://schemas.microsoft.com/office/drawing/2014/main" id="{B35C6B24-F1EF-7097-3BBE-E2CF305D730E}"/>
              </a:ext>
            </a:extLst>
          </p:cNvPr>
          <p:cNvSpPr/>
          <p:nvPr/>
        </p:nvSpPr>
        <p:spPr>
          <a:xfrm>
            <a:off x="9430029" y="140817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43" name="Rectangle: Rounded Corners 342">
            <a:extLst>
              <a:ext uri="{FF2B5EF4-FFF2-40B4-BE49-F238E27FC236}">
                <a16:creationId xmlns:a16="http://schemas.microsoft.com/office/drawing/2014/main" id="{0B17A1D1-904A-CE4F-EBF3-4A41E5A40D0A}"/>
              </a:ext>
            </a:extLst>
          </p:cNvPr>
          <p:cNvSpPr/>
          <p:nvPr/>
        </p:nvSpPr>
        <p:spPr>
          <a:xfrm>
            <a:off x="8501553"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45" name="Rectangle: Rounded Corners 344">
            <a:extLst>
              <a:ext uri="{FF2B5EF4-FFF2-40B4-BE49-F238E27FC236}">
                <a16:creationId xmlns:a16="http://schemas.microsoft.com/office/drawing/2014/main" id="{788A5B3F-A5DE-5FD9-CB18-045AA659A95F}"/>
              </a:ext>
            </a:extLst>
          </p:cNvPr>
          <p:cNvSpPr/>
          <p:nvPr/>
        </p:nvSpPr>
        <p:spPr>
          <a:xfrm>
            <a:off x="9430029" y="162763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46" name="Rectangle: Rounded Corners 345">
            <a:extLst>
              <a:ext uri="{FF2B5EF4-FFF2-40B4-BE49-F238E27FC236}">
                <a16:creationId xmlns:a16="http://schemas.microsoft.com/office/drawing/2014/main" id="{D59BBE43-B049-10A4-2168-60294CAD74F7}"/>
              </a:ext>
            </a:extLst>
          </p:cNvPr>
          <p:cNvSpPr/>
          <p:nvPr/>
        </p:nvSpPr>
        <p:spPr>
          <a:xfrm>
            <a:off x="8501553"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47" name="Rectangle: Rounded Corners 346">
            <a:extLst>
              <a:ext uri="{FF2B5EF4-FFF2-40B4-BE49-F238E27FC236}">
                <a16:creationId xmlns:a16="http://schemas.microsoft.com/office/drawing/2014/main" id="{33DC11C6-C789-3771-EC92-F8A6AD2ED9FC}"/>
              </a:ext>
            </a:extLst>
          </p:cNvPr>
          <p:cNvSpPr/>
          <p:nvPr/>
        </p:nvSpPr>
        <p:spPr>
          <a:xfrm>
            <a:off x="8967392" y="18470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48" name="Rectangle: Rounded Corners 347">
            <a:extLst>
              <a:ext uri="{FF2B5EF4-FFF2-40B4-BE49-F238E27FC236}">
                <a16:creationId xmlns:a16="http://schemas.microsoft.com/office/drawing/2014/main" id="{695E0D0E-A302-CB11-6A2B-4E6E35454027}"/>
              </a:ext>
            </a:extLst>
          </p:cNvPr>
          <p:cNvSpPr/>
          <p:nvPr/>
        </p:nvSpPr>
        <p:spPr>
          <a:xfrm>
            <a:off x="9430029" y="18470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49" name="Rectangle: Rounded Corners 348">
            <a:extLst>
              <a:ext uri="{FF2B5EF4-FFF2-40B4-BE49-F238E27FC236}">
                <a16:creationId xmlns:a16="http://schemas.microsoft.com/office/drawing/2014/main" id="{F29EE824-644F-2957-85E1-B82C07328106}"/>
              </a:ext>
            </a:extLst>
          </p:cNvPr>
          <p:cNvSpPr/>
          <p:nvPr/>
        </p:nvSpPr>
        <p:spPr>
          <a:xfrm>
            <a:off x="8501553"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50" name="Rectangle: Rounded Corners 349">
            <a:extLst>
              <a:ext uri="{FF2B5EF4-FFF2-40B4-BE49-F238E27FC236}">
                <a16:creationId xmlns:a16="http://schemas.microsoft.com/office/drawing/2014/main" id="{1967A8D6-1DAB-33FE-BB5D-425FCD713187}"/>
              </a:ext>
            </a:extLst>
          </p:cNvPr>
          <p:cNvSpPr/>
          <p:nvPr/>
        </p:nvSpPr>
        <p:spPr>
          <a:xfrm>
            <a:off x="8967392" y="20665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51" name="Rectangle: Rounded Corners 350">
            <a:extLst>
              <a:ext uri="{FF2B5EF4-FFF2-40B4-BE49-F238E27FC236}">
                <a16:creationId xmlns:a16="http://schemas.microsoft.com/office/drawing/2014/main" id="{B10C62FC-DF4E-E3F7-4348-AD24B4D23387}"/>
              </a:ext>
            </a:extLst>
          </p:cNvPr>
          <p:cNvSpPr/>
          <p:nvPr/>
        </p:nvSpPr>
        <p:spPr>
          <a:xfrm>
            <a:off x="9430029" y="20665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52" name="Rectangle: Rounded Corners 351">
            <a:extLst>
              <a:ext uri="{FF2B5EF4-FFF2-40B4-BE49-F238E27FC236}">
                <a16:creationId xmlns:a16="http://schemas.microsoft.com/office/drawing/2014/main" id="{3D93025B-5EAD-A11D-1808-414867434C57}"/>
              </a:ext>
            </a:extLst>
          </p:cNvPr>
          <p:cNvSpPr/>
          <p:nvPr/>
        </p:nvSpPr>
        <p:spPr>
          <a:xfrm>
            <a:off x="8501553"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53" name="Rectangle: Rounded Corners 352">
            <a:extLst>
              <a:ext uri="{FF2B5EF4-FFF2-40B4-BE49-F238E27FC236}">
                <a16:creationId xmlns:a16="http://schemas.microsoft.com/office/drawing/2014/main" id="{6C0439FF-319F-F6BA-CFD9-44724C957E5F}"/>
              </a:ext>
            </a:extLst>
          </p:cNvPr>
          <p:cNvSpPr/>
          <p:nvPr/>
        </p:nvSpPr>
        <p:spPr>
          <a:xfrm>
            <a:off x="8967392" y="22860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54" name="Rectangle: Rounded Corners 353">
            <a:extLst>
              <a:ext uri="{FF2B5EF4-FFF2-40B4-BE49-F238E27FC236}">
                <a16:creationId xmlns:a16="http://schemas.microsoft.com/office/drawing/2014/main" id="{46E26EDF-3546-79EC-447A-0BFB04960903}"/>
              </a:ext>
            </a:extLst>
          </p:cNvPr>
          <p:cNvSpPr/>
          <p:nvPr/>
        </p:nvSpPr>
        <p:spPr>
          <a:xfrm>
            <a:off x="9430029" y="22860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55" name="Rectangle: Rounded Corners 354">
            <a:extLst>
              <a:ext uri="{FF2B5EF4-FFF2-40B4-BE49-F238E27FC236}">
                <a16:creationId xmlns:a16="http://schemas.microsoft.com/office/drawing/2014/main" id="{9FD66C17-6EC3-3546-B64F-92666A85F427}"/>
              </a:ext>
            </a:extLst>
          </p:cNvPr>
          <p:cNvSpPr/>
          <p:nvPr/>
        </p:nvSpPr>
        <p:spPr>
          <a:xfrm>
            <a:off x="8501553"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56" name="Rectangle: Rounded Corners 355">
            <a:extLst>
              <a:ext uri="{FF2B5EF4-FFF2-40B4-BE49-F238E27FC236}">
                <a16:creationId xmlns:a16="http://schemas.microsoft.com/office/drawing/2014/main" id="{3C153BF6-8ACD-A359-BA9F-CCE94F6519AE}"/>
              </a:ext>
            </a:extLst>
          </p:cNvPr>
          <p:cNvSpPr/>
          <p:nvPr/>
        </p:nvSpPr>
        <p:spPr>
          <a:xfrm>
            <a:off x="8967392" y="25054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57" name="Rectangle: Rounded Corners 356">
            <a:extLst>
              <a:ext uri="{FF2B5EF4-FFF2-40B4-BE49-F238E27FC236}">
                <a16:creationId xmlns:a16="http://schemas.microsoft.com/office/drawing/2014/main" id="{B810B797-E6E8-9A76-9763-A4FA3FB27A43}"/>
              </a:ext>
            </a:extLst>
          </p:cNvPr>
          <p:cNvSpPr/>
          <p:nvPr/>
        </p:nvSpPr>
        <p:spPr>
          <a:xfrm>
            <a:off x="9430029" y="25054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58" name="Rectangle: Rounded Corners 357">
            <a:extLst>
              <a:ext uri="{FF2B5EF4-FFF2-40B4-BE49-F238E27FC236}">
                <a16:creationId xmlns:a16="http://schemas.microsoft.com/office/drawing/2014/main" id="{D786F605-5D2D-35B0-3243-BC4E320F2890}"/>
              </a:ext>
            </a:extLst>
          </p:cNvPr>
          <p:cNvSpPr/>
          <p:nvPr/>
        </p:nvSpPr>
        <p:spPr>
          <a:xfrm>
            <a:off x="8501553"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59" name="Rectangle: Rounded Corners 358">
            <a:extLst>
              <a:ext uri="{FF2B5EF4-FFF2-40B4-BE49-F238E27FC236}">
                <a16:creationId xmlns:a16="http://schemas.microsoft.com/office/drawing/2014/main" id="{EA2B4414-7FA7-CCDE-83E4-0E62B6B5CBBC}"/>
              </a:ext>
            </a:extLst>
          </p:cNvPr>
          <p:cNvSpPr/>
          <p:nvPr/>
        </p:nvSpPr>
        <p:spPr>
          <a:xfrm>
            <a:off x="8967392" y="27249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60" name="Rectangle: Rounded Corners 359">
            <a:extLst>
              <a:ext uri="{FF2B5EF4-FFF2-40B4-BE49-F238E27FC236}">
                <a16:creationId xmlns:a16="http://schemas.microsoft.com/office/drawing/2014/main" id="{593DAFC4-9BAD-59B0-6BDC-126D9A4C8363}"/>
              </a:ext>
            </a:extLst>
          </p:cNvPr>
          <p:cNvSpPr/>
          <p:nvPr/>
        </p:nvSpPr>
        <p:spPr>
          <a:xfrm>
            <a:off x="9430029" y="27249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61" name="Rectangle: Rounded Corners 360">
            <a:extLst>
              <a:ext uri="{FF2B5EF4-FFF2-40B4-BE49-F238E27FC236}">
                <a16:creationId xmlns:a16="http://schemas.microsoft.com/office/drawing/2014/main" id="{0F001474-43B0-7E10-DC2E-EB199B3A916F}"/>
              </a:ext>
            </a:extLst>
          </p:cNvPr>
          <p:cNvSpPr/>
          <p:nvPr/>
        </p:nvSpPr>
        <p:spPr>
          <a:xfrm>
            <a:off x="8501553" y="294585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62" name="Rectangle: Rounded Corners 361">
            <a:extLst>
              <a:ext uri="{FF2B5EF4-FFF2-40B4-BE49-F238E27FC236}">
                <a16:creationId xmlns:a16="http://schemas.microsoft.com/office/drawing/2014/main" id="{2EBAB932-FB25-A2E5-0772-BDB26F4D84AF}"/>
              </a:ext>
            </a:extLst>
          </p:cNvPr>
          <p:cNvSpPr/>
          <p:nvPr/>
        </p:nvSpPr>
        <p:spPr>
          <a:xfrm>
            <a:off x="8967392" y="162763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63" name="Rectangle: Rounded Corners 362">
            <a:extLst>
              <a:ext uri="{FF2B5EF4-FFF2-40B4-BE49-F238E27FC236}">
                <a16:creationId xmlns:a16="http://schemas.microsoft.com/office/drawing/2014/main" id="{E2AA8902-6943-1243-9464-0E4DF7B01AEA}"/>
              </a:ext>
            </a:extLst>
          </p:cNvPr>
          <p:cNvSpPr/>
          <p:nvPr/>
        </p:nvSpPr>
        <p:spPr>
          <a:xfrm>
            <a:off x="9430029"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64" name="Rectangle: Rounded Corners 363">
            <a:extLst>
              <a:ext uri="{FF2B5EF4-FFF2-40B4-BE49-F238E27FC236}">
                <a16:creationId xmlns:a16="http://schemas.microsoft.com/office/drawing/2014/main" id="{87D7498B-A5A2-6C1F-01A7-60DFAB50261F}"/>
              </a:ext>
            </a:extLst>
          </p:cNvPr>
          <p:cNvSpPr/>
          <p:nvPr/>
        </p:nvSpPr>
        <p:spPr>
          <a:xfrm>
            <a:off x="8501553"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65" name="Rectangle: Rounded Corners 364">
            <a:extLst>
              <a:ext uri="{FF2B5EF4-FFF2-40B4-BE49-F238E27FC236}">
                <a16:creationId xmlns:a16="http://schemas.microsoft.com/office/drawing/2014/main" id="{02C14BBC-EF51-3EC7-E49F-2AC84B168DEE}"/>
              </a:ext>
            </a:extLst>
          </p:cNvPr>
          <p:cNvSpPr/>
          <p:nvPr/>
        </p:nvSpPr>
        <p:spPr>
          <a:xfrm>
            <a:off x="8967392" y="31638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66" name="Rectangle: Rounded Corners 365">
            <a:extLst>
              <a:ext uri="{FF2B5EF4-FFF2-40B4-BE49-F238E27FC236}">
                <a16:creationId xmlns:a16="http://schemas.microsoft.com/office/drawing/2014/main" id="{C85AC6A5-8684-6E30-46E3-33EB15903A4C}"/>
              </a:ext>
            </a:extLst>
          </p:cNvPr>
          <p:cNvSpPr/>
          <p:nvPr/>
        </p:nvSpPr>
        <p:spPr>
          <a:xfrm>
            <a:off x="9430029" y="31638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67" name="Rectangle: Rounded Corners 366">
            <a:extLst>
              <a:ext uri="{FF2B5EF4-FFF2-40B4-BE49-F238E27FC236}">
                <a16:creationId xmlns:a16="http://schemas.microsoft.com/office/drawing/2014/main" id="{42BC2661-26E4-D97B-947B-F0FB5904376F}"/>
              </a:ext>
            </a:extLst>
          </p:cNvPr>
          <p:cNvSpPr/>
          <p:nvPr/>
        </p:nvSpPr>
        <p:spPr>
          <a:xfrm>
            <a:off x="8501553"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368" name="Rectangle: Rounded Corners 367">
            <a:extLst>
              <a:ext uri="{FF2B5EF4-FFF2-40B4-BE49-F238E27FC236}">
                <a16:creationId xmlns:a16="http://schemas.microsoft.com/office/drawing/2014/main" id="{E1017014-88C9-6D17-1AE4-ECB68C4B48CA}"/>
              </a:ext>
            </a:extLst>
          </p:cNvPr>
          <p:cNvSpPr/>
          <p:nvPr/>
        </p:nvSpPr>
        <p:spPr>
          <a:xfrm>
            <a:off x="8967392" y="3378737"/>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369" name="Rectangle: Rounded Corners 368">
            <a:extLst>
              <a:ext uri="{FF2B5EF4-FFF2-40B4-BE49-F238E27FC236}">
                <a16:creationId xmlns:a16="http://schemas.microsoft.com/office/drawing/2014/main" id="{CDA4C259-FDDE-EC32-539E-7F3B44BFDEF4}"/>
              </a:ext>
            </a:extLst>
          </p:cNvPr>
          <p:cNvSpPr/>
          <p:nvPr/>
        </p:nvSpPr>
        <p:spPr>
          <a:xfrm>
            <a:off x="9430029" y="3378737"/>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370" name="Rectangle: Rounded Corners 369">
            <a:extLst>
              <a:ext uri="{FF2B5EF4-FFF2-40B4-BE49-F238E27FC236}">
                <a16:creationId xmlns:a16="http://schemas.microsoft.com/office/drawing/2014/main" id="{F56808C4-271B-0C16-9A9F-F8DE82F9992B}"/>
              </a:ext>
            </a:extLst>
          </p:cNvPr>
          <p:cNvSpPr/>
          <p:nvPr/>
        </p:nvSpPr>
        <p:spPr>
          <a:xfrm>
            <a:off x="1456690" y="574488"/>
            <a:ext cx="1364378" cy="3080700"/>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1" name="Rectangle: Rounded Corners 370">
            <a:extLst>
              <a:ext uri="{FF2B5EF4-FFF2-40B4-BE49-F238E27FC236}">
                <a16:creationId xmlns:a16="http://schemas.microsoft.com/office/drawing/2014/main" id="{E3307E8C-8010-546A-D2A5-CE3E3CC5D3C3}"/>
              </a:ext>
            </a:extLst>
          </p:cNvPr>
          <p:cNvSpPr/>
          <p:nvPr/>
        </p:nvSpPr>
        <p:spPr>
          <a:xfrm>
            <a:off x="2855469" y="574488"/>
            <a:ext cx="1364378" cy="3080700"/>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2" name="Rectangle: Rounded Corners 371">
            <a:extLst>
              <a:ext uri="{FF2B5EF4-FFF2-40B4-BE49-F238E27FC236}">
                <a16:creationId xmlns:a16="http://schemas.microsoft.com/office/drawing/2014/main" id="{B47179DA-CE41-E3D0-892A-52D98C314EAB}"/>
              </a:ext>
            </a:extLst>
          </p:cNvPr>
          <p:cNvSpPr/>
          <p:nvPr/>
        </p:nvSpPr>
        <p:spPr>
          <a:xfrm>
            <a:off x="4251728" y="574488"/>
            <a:ext cx="1364378" cy="3080700"/>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3" name="Rectangle: Rounded Corners 372">
            <a:extLst>
              <a:ext uri="{FF2B5EF4-FFF2-40B4-BE49-F238E27FC236}">
                <a16:creationId xmlns:a16="http://schemas.microsoft.com/office/drawing/2014/main" id="{EF87272F-9949-803C-CFFE-31428F35F99B}"/>
              </a:ext>
            </a:extLst>
          </p:cNvPr>
          <p:cNvSpPr/>
          <p:nvPr/>
        </p:nvSpPr>
        <p:spPr>
          <a:xfrm>
            <a:off x="5652341" y="564776"/>
            <a:ext cx="1364378" cy="3080700"/>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4" name="Rectangle: Rounded Corners 373">
            <a:extLst>
              <a:ext uri="{FF2B5EF4-FFF2-40B4-BE49-F238E27FC236}">
                <a16:creationId xmlns:a16="http://schemas.microsoft.com/office/drawing/2014/main" id="{61001E4F-3A81-1952-C96C-9B912044DF53}"/>
              </a:ext>
            </a:extLst>
          </p:cNvPr>
          <p:cNvSpPr/>
          <p:nvPr/>
        </p:nvSpPr>
        <p:spPr>
          <a:xfrm>
            <a:off x="7049333" y="558800"/>
            <a:ext cx="1364378" cy="3096388"/>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5" name="Rectangle: Rounded Corners 374">
            <a:extLst>
              <a:ext uri="{FF2B5EF4-FFF2-40B4-BE49-F238E27FC236}">
                <a16:creationId xmlns:a16="http://schemas.microsoft.com/office/drawing/2014/main" id="{85924C6B-13AC-13CA-57BF-525CEC141783}"/>
              </a:ext>
            </a:extLst>
          </p:cNvPr>
          <p:cNvSpPr/>
          <p:nvPr/>
        </p:nvSpPr>
        <p:spPr>
          <a:xfrm>
            <a:off x="8449182" y="558800"/>
            <a:ext cx="1364378" cy="308667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6" name="Rectangle: Rounded Corners 375">
            <a:extLst>
              <a:ext uri="{FF2B5EF4-FFF2-40B4-BE49-F238E27FC236}">
                <a16:creationId xmlns:a16="http://schemas.microsoft.com/office/drawing/2014/main" id="{CA5F37A2-0116-59AF-6376-A6DAC274DCF6}"/>
              </a:ext>
            </a:extLst>
          </p:cNvPr>
          <p:cNvSpPr/>
          <p:nvPr/>
        </p:nvSpPr>
        <p:spPr>
          <a:xfrm>
            <a:off x="9902831" y="96926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0" name="Rectangle: Rounded Corners 379">
            <a:extLst>
              <a:ext uri="{FF2B5EF4-FFF2-40B4-BE49-F238E27FC236}">
                <a16:creationId xmlns:a16="http://schemas.microsoft.com/office/drawing/2014/main" id="{BB8B085A-B631-0B53-4F1F-D255637676ED}"/>
              </a:ext>
            </a:extLst>
          </p:cNvPr>
          <p:cNvSpPr/>
          <p:nvPr/>
        </p:nvSpPr>
        <p:spPr>
          <a:xfrm>
            <a:off x="9902831" y="118872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3" name="Rectangle: Rounded Corners 382">
            <a:extLst>
              <a:ext uri="{FF2B5EF4-FFF2-40B4-BE49-F238E27FC236}">
                <a16:creationId xmlns:a16="http://schemas.microsoft.com/office/drawing/2014/main" id="{A7261901-54E9-F606-C20A-3EB527CD6B59}"/>
              </a:ext>
            </a:extLst>
          </p:cNvPr>
          <p:cNvSpPr/>
          <p:nvPr/>
        </p:nvSpPr>
        <p:spPr>
          <a:xfrm>
            <a:off x="9902831" y="140817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6" name="Rectangle: Rounded Corners 385">
            <a:extLst>
              <a:ext uri="{FF2B5EF4-FFF2-40B4-BE49-F238E27FC236}">
                <a16:creationId xmlns:a16="http://schemas.microsoft.com/office/drawing/2014/main" id="{52FEF76B-39E4-5F07-E44F-E8659902F5BC}"/>
              </a:ext>
            </a:extLst>
          </p:cNvPr>
          <p:cNvSpPr/>
          <p:nvPr/>
        </p:nvSpPr>
        <p:spPr>
          <a:xfrm>
            <a:off x="9902831" y="162763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9" name="Rectangle: Rounded Corners 388">
            <a:extLst>
              <a:ext uri="{FF2B5EF4-FFF2-40B4-BE49-F238E27FC236}">
                <a16:creationId xmlns:a16="http://schemas.microsoft.com/office/drawing/2014/main" id="{5B520A2E-470D-2851-DD57-830E9955E66A}"/>
              </a:ext>
            </a:extLst>
          </p:cNvPr>
          <p:cNvSpPr/>
          <p:nvPr/>
        </p:nvSpPr>
        <p:spPr>
          <a:xfrm>
            <a:off x="9902831" y="184708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2" name="Rectangle: Rounded Corners 391">
            <a:extLst>
              <a:ext uri="{FF2B5EF4-FFF2-40B4-BE49-F238E27FC236}">
                <a16:creationId xmlns:a16="http://schemas.microsoft.com/office/drawing/2014/main" id="{B9CDA9ED-5E51-EC1E-D58B-E22335F49B22}"/>
              </a:ext>
            </a:extLst>
          </p:cNvPr>
          <p:cNvSpPr/>
          <p:nvPr/>
        </p:nvSpPr>
        <p:spPr>
          <a:xfrm>
            <a:off x="9902831" y="206654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5" name="Rectangle: Rounded Corners 394">
            <a:extLst>
              <a:ext uri="{FF2B5EF4-FFF2-40B4-BE49-F238E27FC236}">
                <a16:creationId xmlns:a16="http://schemas.microsoft.com/office/drawing/2014/main" id="{C44B3437-ABD2-1A70-A629-4001E3397598}"/>
              </a:ext>
            </a:extLst>
          </p:cNvPr>
          <p:cNvSpPr/>
          <p:nvPr/>
        </p:nvSpPr>
        <p:spPr>
          <a:xfrm>
            <a:off x="9902831" y="228600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8" name="Rectangle: Rounded Corners 397">
            <a:extLst>
              <a:ext uri="{FF2B5EF4-FFF2-40B4-BE49-F238E27FC236}">
                <a16:creationId xmlns:a16="http://schemas.microsoft.com/office/drawing/2014/main" id="{82F10623-F676-B9E4-E4B9-1DBFA1CE13F3}"/>
              </a:ext>
            </a:extLst>
          </p:cNvPr>
          <p:cNvSpPr/>
          <p:nvPr/>
        </p:nvSpPr>
        <p:spPr>
          <a:xfrm>
            <a:off x="9902831" y="250545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1" name="Rectangle: Rounded Corners 400">
            <a:extLst>
              <a:ext uri="{FF2B5EF4-FFF2-40B4-BE49-F238E27FC236}">
                <a16:creationId xmlns:a16="http://schemas.microsoft.com/office/drawing/2014/main" id="{FF169C31-8215-A815-5694-086D8EBE3AB9}"/>
              </a:ext>
            </a:extLst>
          </p:cNvPr>
          <p:cNvSpPr/>
          <p:nvPr/>
        </p:nvSpPr>
        <p:spPr>
          <a:xfrm>
            <a:off x="9902831" y="272491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4" name="Rectangle: Rounded Corners 403">
            <a:extLst>
              <a:ext uri="{FF2B5EF4-FFF2-40B4-BE49-F238E27FC236}">
                <a16:creationId xmlns:a16="http://schemas.microsoft.com/office/drawing/2014/main" id="{7A441B01-2FE8-BCF9-FA89-43F8BDFF657A}"/>
              </a:ext>
            </a:extLst>
          </p:cNvPr>
          <p:cNvSpPr/>
          <p:nvPr/>
        </p:nvSpPr>
        <p:spPr>
          <a:xfrm>
            <a:off x="9902831" y="294585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7" name="Rectangle: Rounded Corners 406">
            <a:extLst>
              <a:ext uri="{FF2B5EF4-FFF2-40B4-BE49-F238E27FC236}">
                <a16:creationId xmlns:a16="http://schemas.microsoft.com/office/drawing/2014/main" id="{E6E75FA7-D3DA-DB28-B21C-DAE0817AD251}"/>
              </a:ext>
            </a:extLst>
          </p:cNvPr>
          <p:cNvSpPr/>
          <p:nvPr/>
        </p:nvSpPr>
        <p:spPr>
          <a:xfrm>
            <a:off x="9902831" y="316382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0" name="Rectangle: Rounded Corners 409">
            <a:extLst>
              <a:ext uri="{FF2B5EF4-FFF2-40B4-BE49-F238E27FC236}">
                <a16:creationId xmlns:a16="http://schemas.microsoft.com/office/drawing/2014/main" id="{9A7DA5CB-7714-0BE4-4F63-89A48C6FCD3D}"/>
              </a:ext>
            </a:extLst>
          </p:cNvPr>
          <p:cNvSpPr/>
          <p:nvPr/>
        </p:nvSpPr>
        <p:spPr>
          <a:xfrm>
            <a:off x="9902831" y="337873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3" name="Rectangle: Rounded Corners 412">
            <a:extLst>
              <a:ext uri="{FF2B5EF4-FFF2-40B4-BE49-F238E27FC236}">
                <a16:creationId xmlns:a16="http://schemas.microsoft.com/office/drawing/2014/main" id="{1E937A20-E503-257F-4527-3FEB1E36D4F7}"/>
              </a:ext>
            </a:extLst>
          </p:cNvPr>
          <p:cNvSpPr/>
          <p:nvPr/>
        </p:nvSpPr>
        <p:spPr>
          <a:xfrm>
            <a:off x="9865930" y="567664"/>
            <a:ext cx="2263453" cy="3080700"/>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1" name="Rectangle: Rounded Corners 440">
            <a:extLst>
              <a:ext uri="{FF2B5EF4-FFF2-40B4-BE49-F238E27FC236}">
                <a16:creationId xmlns:a16="http://schemas.microsoft.com/office/drawing/2014/main" id="{323AE54F-61B2-77DC-EFC1-B77BC6A2E2FD}"/>
              </a:ext>
            </a:extLst>
          </p:cNvPr>
          <p:cNvSpPr/>
          <p:nvPr/>
        </p:nvSpPr>
        <p:spPr>
          <a:xfrm>
            <a:off x="121328" y="6459075"/>
            <a:ext cx="353038"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42" name="Rectangle: Rounded Corners 441">
            <a:extLst>
              <a:ext uri="{FF2B5EF4-FFF2-40B4-BE49-F238E27FC236}">
                <a16:creationId xmlns:a16="http://schemas.microsoft.com/office/drawing/2014/main" id="{B5771661-DE1F-064E-D5E0-C8F75D2CB0A2}"/>
              </a:ext>
            </a:extLst>
          </p:cNvPr>
          <p:cNvSpPr/>
          <p:nvPr/>
        </p:nvSpPr>
        <p:spPr>
          <a:xfrm>
            <a:off x="121328" y="6459074"/>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E- Learning Intro</a:t>
            </a:r>
          </a:p>
        </p:txBody>
      </p:sp>
      <p:sp>
        <p:nvSpPr>
          <p:cNvPr id="445" name="Rectangle: Rounded Corners 444">
            <a:extLst>
              <a:ext uri="{FF2B5EF4-FFF2-40B4-BE49-F238E27FC236}">
                <a16:creationId xmlns:a16="http://schemas.microsoft.com/office/drawing/2014/main" id="{A1382901-A883-24B7-1097-E143DDE12964}"/>
              </a:ext>
            </a:extLst>
          </p:cNvPr>
          <p:cNvSpPr/>
          <p:nvPr/>
        </p:nvSpPr>
        <p:spPr>
          <a:xfrm>
            <a:off x="3317145" y="6459074"/>
            <a:ext cx="353038"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46" name="Rectangle: Rounded Corners 445">
            <a:extLst>
              <a:ext uri="{FF2B5EF4-FFF2-40B4-BE49-F238E27FC236}">
                <a16:creationId xmlns:a16="http://schemas.microsoft.com/office/drawing/2014/main" id="{AE764BD1-3B24-0822-30C0-99B3D696196E}"/>
              </a:ext>
            </a:extLst>
          </p:cNvPr>
          <p:cNvSpPr/>
          <p:nvPr/>
        </p:nvSpPr>
        <p:spPr>
          <a:xfrm>
            <a:off x="3317678" y="6459074"/>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Dynamic Training</a:t>
            </a:r>
          </a:p>
        </p:txBody>
      </p:sp>
      <p:sp>
        <p:nvSpPr>
          <p:cNvPr id="448" name="Rectangle: Rounded Corners 447">
            <a:extLst>
              <a:ext uri="{FF2B5EF4-FFF2-40B4-BE49-F238E27FC236}">
                <a16:creationId xmlns:a16="http://schemas.microsoft.com/office/drawing/2014/main" id="{D1C202AA-EE83-A194-29CF-2D709F4733E9}"/>
              </a:ext>
            </a:extLst>
          </p:cNvPr>
          <p:cNvSpPr/>
          <p:nvPr/>
        </p:nvSpPr>
        <p:spPr>
          <a:xfrm>
            <a:off x="4915853" y="6459075"/>
            <a:ext cx="353038" cy="18251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9" name="Rectangle: Rounded Corners 448">
            <a:extLst>
              <a:ext uri="{FF2B5EF4-FFF2-40B4-BE49-F238E27FC236}">
                <a16:creationId xmlns:a16="http://schemas.microsoft.com/office/drawing/2014/main" id="{F6680261-3F60-4DB9-C155-AFF82A19DEE9}"/>
              </a:ext>
            </a:extLst>
          </p:cNvPr>
          <p:cNvSpPr/>
          <p:nvPr/>
        </p:nvSpPr>
        <p:spPr>
          <a:xfrm>
            <a:off x="4915853" y="6459074"/>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Mandatory</a:t>
            </a:r>
          </a:p>
        </p:txBody>
      </p:sp>
      <p:sp>
        <p:nvSpPr>
          <p:cNvPr id="450" name="Rectangle: Rounded Corners 449">
            <a:extLst>
              <a:ext uri="{FF2B5EF4-FFF2-40B4-BE49-F238E27FC236}">
                <a16:creationId xmlns:a16="http://schemas.microsoft.com/office/drawing/2014/main" id="{9A496ACC-C78D-FD22-BA91-69ECAB01CEE3}"/>
              </a:ext>
            </a:extLst>
          </p:cNvPr>
          <p:cNvSpPr/>
          <p:nvPr/>
        </p:nvSpPr>
        <p:spPr>
          <a:xfrm>
            <a:off x="6514028" y="6459075"/>
            <a:ext cx="353038" cy="182517"/>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1" name="Rectangle: Rounded Corners 450">
            <a:extLst>
              <a:ext uri="{FF2B5EF4-FFF2-40B4-BE49-F238E27FC236}">
                <a16:creationId xmlns:a16="http://schemas.microsoft.com/office/drawing/2014/main" id="{8D21CA69-6B3F-BFF5-30AB-45138FEE09D2}"/>
              </a:ext>
            </a:extLst>
          </p:cNvPr>
          <p:cNvSpPr/>
          <p:nvPr/>
        </p:nvSpPr>
        <p:spPr>
          <a:xfrm>
            <a:off x="6514028" y="6459074"/>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Recommended </a:t>
            </a:r>
          </a:p>
        </p:txBody>
      </p:sp>
      <p:sp>
        <p:nvSpPr>
          <p:cNvPr id="452" name="Rectangle: Rounded Corners 451">
            <a:extLst>
              <a:ext uri="{FF2B5EF4-FFF2-40B4-BE49-F238E27FC236}">
                <a16:creationId xmlns:a16="http://schemas.microsoft.com/office/drawing/2014/main" id="{A83A302D-55DD-7DCD-ED58-740848B4EBB4}"/>
              </a:ext>
            </a:extLst>
          </p:cNvPr>
          <p:cNvSpPr/>
          <p:nvPr/>
        </p:nvSpPr>
        <p:spPr>
          <a:xfrm>
            <a:off x="8112203" y="6459075"/>
            <a:ext cx="353038"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53" name="Rectangle: Rounded Corners 452">
            <a:extLst>
              <a:ext uri="{FF2B5EF4-FFF2-40B4-BE49-F238E27FC236}">
                <a16:creationId xmlns:a16="http://schemas.microsoft.com/office/drawing/2014/main" id="{5ABB71DB-99C1-8618-5D09-0386670BDBF5}"/>
              </a:ext>
            </a:extLst>
          </p:cNvPr>
          <p:cNvSpPr/>
          <p:nvPr/>
        </p:nvSpPr>
        <p:spPr>
          <a:xfrm>
            <a:off x="8112203" y="6459074"/>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Not Required</a:t>
            </a:r>
          </a:p>
        </p:txBody>
      </p:sp>
      <p:sp>
        <p:nvSpPr>
          <p:cNvPr id="454" name="Rectangle: Rounded Corners 453">
            <a:extLst>
              <a:ext uri="{FF2B5EF4-FFF2-40B4-BE49-F238E27FC236}">
                <a16:creationId xmlns:a16="http://schemas.microsoft.com/office/drawing/2014/main" id="{DBEC103B-D756-14F6-F513-B0B9A35AAB4A}"/>
              </a:ext>
            </a:extLst>
          </p:cNvPr>
          <p:cNvSpPr/>
          <p:nvPr/>
        </p:nvSpPr>
        <p:spPr>
          <a:xfrm>
            <a:off x="2906412"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55" name="Rectangle: Rounded Corners 454">
            <a:extLst>
              <a:ext uri="{FF2B5EF4-FFF2-40B4-BE49-F238E27FC236}">
                <a16:creationId xmlns:a16="http://schemas.microsoft.com/office/drawing/2014/main" id="{1117BB59-FBCB-EB79-BB5F-14AD609F1ADE}"/>
              </a:ext>
            </a:extLst>
          </p:cNvPr>
          <p:cNvSpPr/>
          <p:nvPr/>
        </p:nvSpPr>
        <p:spPr>
          <a:xfrm>
            <a:off x="2902127" y="3807422"/>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Sales Manager</a:t>
            </a:r>
          </a:p>
        </p:txBody>
      </p:sp>
      <p:sp>
        <p:nvSpPr>
          <p:cNvPr id="456" name="Rectangle: Rounded Corners 455">
            <a:extLst>
              <a:ext uri="{FF2B5EF4-FFF2-40B4-BE49-F238E27FC236}">
                <a16:creationId xmlns:a16="http://schemas.microsoft.com/office/drawing/2014/main" id="{863DB04A-4774-A987-0129-5651E76BC449}"/>
              </a:ext>
            </a:extLst>
          </p:cNvPr>
          <p:cNvSpPr/>
          <p:nvPr/>
        </p:nvSpPr>
        <p:spPr>
          <a:xfrm>
            <a:off x="4297718" y="3809834"/>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Sales Executive</a:t>
            </a:r>
          </a:p>
        </p:txBody>
      </p:sp>
      <p:sp>
        <p:nvSpPr>
          <p:cNvPr id="457" name="Rectangle: Rounded Corners 456">
            <a:extLst>
              <a:ext uri="{FF2B5EF4-FFF2-40B4-BE49-F238E27FC236}">
                <a16:creationId xmlns:a16="http://schemas.microsoft.com/office/drawing/2014/main" id="{2AC940D3-9F96-C573-8487-46A09460DE2E}"/>
              </a:ext>
            </a:extLst>
          </p:cNvPr>
          <p:cNvSpPr/>
          <p:nvPr/>
        </p:nvSpPr>
        <p:spPr>
          <a:xfrm>
            <a:off x="5692102" y="3797720"/>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Service Manager</a:t>
            </a:r>
          </a:p>
        </p:txBody>
      </p:sp>
      <p:sp>
        <p:nvSpPr>
          <p:cNvPr id="458" name="Rectangle: Rounded Corners 457">
            <a:extLst>
              <a:ext uri="{FF2B5EF4-FFF2-40B4-BE49-F238E27FC236}">
                <a16:creationId xmlns:a16="http://schemas.microsoft.com/office/drawing/2014/main" id="{975DE1A3-DDC8-C43B-7930-0B913641EF23}"/>
              </a:ext>
            </a:extLst>
          </p:cNvPr>
          <p:cNvSpPr/>
          <p:nvPr/>
        </p:nvSpPr>
        <p:spPr>
          <a:xfrm>
            <a:off x="7096085" y="3807794"/>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Service Advisor</a:t>
            </a:r>
          </a:p>
        </p:txBody>
      </p:sp>
      <p:sp>
        <p:nvSpPr>
          <p:cNvPr id="460" name="Rectangle: Rounded Corners 459">
            <a:extLst>
              <a:ext uri="{FF2B5EF4-FFF2-40B4-BE49-F238E27FC236}">
                <a16:creationId xmlns:a16="http://schemas.microsoft.com/office/drawing/2014/main" id="{2C18C16A-E6EB-D192-C9B1-C6FF43FE215C}"/>
              </a:ext>
            </a:extLst>
          </p:cNvPr>
          <p:cNvSpPr/>
          <p:nvPr/>
        </p:nvSpPr>
        <p:spPr>
          <a:xfrm>
            <a:off x="3834888" y="4142231"/>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61" name="Rectangle: Rounded Corners 460">
            <a:extLst>
              <a:ext uri="{FF2B5EF4-FFF2-40B4-BE49-F238E27FC236}">
                <a16:creationId xmlns:a16="http://schemas.microsoft.com/office/drawing/2014/main" id="{A4CE4302-11F5-A848-45D9-E0AFC1505B58}"/>
              </a:ext>
            </a:extLst>
          </p:cNvPr>
          <p:cNvSpPr/>
          <p:nvPr/>
        </p:nvSpPr>
        <p:spPr>
          <a:xfrm>
            <a:off x="4297719"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63" name="Rectangle: Rounded Corners 462">
            <a:extLst>
              <a:ext uri="{FF2B5EF4-FFF2-40B4-BE49-F238E27FC236}">
                <a16:creationId xmlns:a16="http://schemas.microsoft.com/office/drawing/2014/main" id="{25C1D12E-19AE-D698-8B69-A205164EB8FB}"/>
              </a:ext>
            </a:extLst>
          </p:cNvPr>
          <p:cNvSpPr/>
          <p:nvPr/>
        </p:nvSpPr>
        <p:spPr>
          <a:xfrm>
            <a:off x="5226195"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64" name="Rectangle: Rounded Corners 463">
            <a:extLst>
              <a:ext uri="{FF2B5EF4-FFF2-40B4-BE49-F238E27FC236}">
                <a16:creationId xmlns:a16="http://schemas.microsoft.com/office/drawing/2014/main" id="{29F1E3B0-C45D-9D48-47F6-96BA709073FD}"/>
              </a:ext>
            </a:extLst>
          </p:cNvPr>
          <p:cNvSpPr/>
          <p:nvPr/>
        </p:nvSpPr>
        <p:spPr>
          <a:xfrm>
            <a:off x="5696387"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66" name="Rectangle: Rounded Corners 465">
            <a:extLst>
              <a:ext uri="{FF2B5EF4-FFF2-40B4-BE49-F238E27FC236}">
                <a16:creationId xmlns:a16="http://schemas.microsoft.com/office/drawing/2014/main" id="{F3342DB3-E708-494F-C40A-11213EC28B7D}"/>
              </a:ext>
            </a:extLst>
          </p:cNvPr>
          <p:cNvSpPr/>
          <p:nvPr/>
        </p:nvSpPr>
        <p:spPr>
          <a:xfrm>
            <a:off x="6624863"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67" name="Rectangle: Rounded Corners 466">
            <a:extLst>
              <a:ext uri="{FF2B5EF4-FFF2-40B4-BE49-F238E27FC236}">
                <a16:creationId xmlns:a16="http://schemas.microsoft.com/office/drawing/2014/main" id="{FECA5279-3343-12FF-6F51-4118ADED325B}"/>
              </a:ext>
            </a:extLst>
          </p:cNvPr>
          <p:cNvSpPr/>
          <p:nvPr/>
        </p:nvSpPr>
        <p:spPr>
          <a:xfrm>
            <a:off x="7097514"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69" name="Rectangle: Rounded Corners 468">
            <a:extLst>
              <a:ext uri="{FF2B5EF4-FFF2-40B4-BE49-F238E27FC236}">
                <a16:creationId xmlns:a16="http://schemas.microsoft.com/office/drawing/2014/main" id="{C7632A58-DC70-7D59-54FE-4D5BDEFEC7E6}"/>
              </a:ext>
            </a:extLst>
          </p:cNvPr>
          <p:cNvSpPr/>
          <p:nvPr/>
        </p:nvSpPr>
        <p:spPr>
          <a:xfrm>
            <a:off x="8030274"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0" name="Rectangle: Rounded Corners 469">
            <a:extLst>
              <a:ext uri="{FF2B5EF4-FFF2-40B4-BE49-F238E27FC236}">
                <a16:creationId xmlns:a16="http://schemas.microsoft.com/office/drawing/2014/main" id="{93EEB4F4-C2FF-8580-B19C-A13168F81FE8}"/>
              </a:ext>
            </a:extLst>
          </p:cNvPr>
          <p:cNvSpPr/>
          <p:nvPr/>
        </p:nvSpPr>
        <p:spPr>
          <a:xfrm>
            <a:off x="2906412"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72" name="Rectangle: Rounded Corners 471">
            <a:extLst>
              <a:ext uri="{FF2B5EF4-FFF2-40B4-BE49-F238E27FC236}">
                <a16:creationId xmlns:a16="http://schemas.microsoft.com/office/drawing/2014/main" id="{354C2E99-68F5-3E61-7450-CC5715BE4498}"/>
              </a:ext>
            </a:extLst>
          </p:cNvPr>
          <p:cNvSpPr/>
          <p:nvPr/>
        </p:nvSpPr>
        <p:spPr>
          <a:xfrm>
            <a:off x="3834888" y="4361688"/>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73" name="Rectangle: Rounded Corners 472">
            <a:extLst>
              <a:ext uri="{FF2B5EF4-FFF2-40B4-BE49-F238E27FC236}">
                <a16:creationId xmlns:a16="http://schemas.microsoft.com/office/drawing/2014/main" id="{018A22AD-62AE-D641-1196-CA699E95AFA5}"/>
              </a:ext>
            </a:extLst>
          </p:cNvPr>
          <p:cNvSpPr/>
          <p:nvPr/>
        </p:nvSpPr>
        <p:spPr>
          <a:xfrm>
            <a:off x="4296291"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75" name="Rectangle: Rounded Corners 474">
            <a:extLst>
              <a:ext uri="{FF2B5EF4-FFF2-40B4-BE49-F238E27FC236}">
                <a16:creationId xmlns:a16="http://schemas.microsoft.com/office/drawing/2014/main" id="{3212F7D6-DCF2-3FFA-5143-B4422A9A14A3}"/>
              </a:ext>
            </a:extLst>
          </p:cNvPr>
          <p:cNvSpPr/>
          <p:nvPr/>
        </p:nvSpPr>
        <p:spPr>
          <a:xfrm>
            <a:off x="5224767"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76" name="Rectangle: Rounded Corners 475">
            <a:extLst>
              <a:ext uri="{FF2B5EF4-FFF2-40B4-BE49-F238E27FC236}">
                <a16:creationId xmlns:a16="http://schemas.microsoft.com/office/drawing/2014/main" id="{165D5C35-AB5F-CB78-7B84-5F4517D7F95E}"/>
              </a:ext>
            </a:extLst>
          </p:cNvPr>
          <p:cNvSpPr/>
          <p:nvPr/>
        </p:nvSpPr>
        <p:spPr>
          <a:xfrm>
            <a:off x="5696387"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78" name="Rectangle: Rounded Corners 477">
            <a:extLst>
              <a:ext uri="{FF2B5EF4-FFF2-40B4-BE49-F238E27FC236}">
                <a16:creationId xmlns:a16="http://schemas.microsoft.com/office/drawing/2014/main" id="{28E772AB-8D21-5306-621E-70AC9EE72FC5}"/>
              </a:ext>
            </a:extLst>
          </p:cNvPr>
          <p:cNvSpPr/>
          <p:nvPr/>
        </p:nvSpPr>
        <p:spPr>
          <a:xfrm>
            <a:off x="6624863"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79" name="Rectangle: Rounded Corners 478">
            <a:extLst>
              <a:ext uri="{FF2B5EF4-FFF2-40B4-BE49-F238E27FC236}">
                <a16:creationId xmlns:a16="http://schemas.microsoft.com/office/drawing/2014/main" id="{8C94EB7E-AA48-0818-84C6-2B218ECAAC8F}"/>
              </a:ext>
            </a:extLst>
          </p:cNvPr>
          <p:cNvSpPr/>
          <p:nvPr/>
        </p:nvSpPr>
        <p:spPr>
          <a:xfrm>
            <a:off x="7096086"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81" name="Rectangle: Rounded Corners 480">
            <a:extLst>
              <a:ext uri="{FF2B5EF4-FFF2-40B4-BE49-F238E27FC236}">
                <a16:creationId xmlns:a16="http://schemas.microsoft.com/office/drawing/2014/main" id="{18C6269E-668E-F8ED-EBF3-24A3EA848064}"/>
              </a:ext>
            </a:extLst>
          </p:cNvPr>
          <p:cNvSpPr/>
          <p:nvPr/>
        </p:nvSpPr>
        <p:spPr>
          <a:xfrm>
            <a:off x="8030274"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82" name="Rectangle: Rounded Corners 481">
            <a:extLst>
              <a:ext uri="{FF2B5EF4-FFF2-40B4-BE49-F238E27FC236}">
                <a16:creationId xmlns:a16="http://schemas.microsoft.com/office/drawing/2014/main" id="{8FD0CA30-BA41-A4D5-EC39-1553023DDEE1}"/>
              </a:ext>
            </a:extLst>
          </p:cNvPr>
          <p:cNvSpPr/>
          <p:nvPr/>
        </p:nvSpPr>
        <p:spPr>
          <a:xfrm>
            <a:off x="2906412"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84" name="Rectangle: Rounded Corners 483">
            <a:extLst>
              <a:ext uri="{FF2B5EF4-FFF2-40B4-BE49-F238E27FC236}">
                <a16:creationId xmlns:a16="http://schemas.microsoft.com/office/drawing/2014/main" id="{A7887DD2-3F7A-5E32-5672-BF9CE9C6A8D0}"/>
              </a:ext>
            </a:extLst>
          </p:cNvPr>
          <p:cNvSpPr/>
          <p:nvPr/>
        </p:nvSpPr>
        <p:spPr>
          <a:xfrm>
            <a:off x="3834888" y="458114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85" name="Rectangle: Rounded Corners 484">
            <a:extLst>
              <a:ext uri="{FF2B5EF4-FFF2-40B4-BE49-F238E27FC236}">
                <a16:creationId xmlns:a16="http://schemas.microsoft.com/office/drawing/2014/main" id="{7027BCA0-2AF5-23C3-32A1-A4A5C06F1D3F}"/>
              </a:ext>
            </a:extLst>
          </p:cNvPr>
          <p:cNvSpPr/>
          <p:nvPr/>
        </p:nvSpPr>
        <p:spPr>
          <a:xfrm>
            <a:off x="4297719"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87" name="Rectangle: Rounded Corners 486">
            <a:extLst>
              <a:ext uri="{FF2B5EF4-FFF2-40B4-BE49-F238E27FC236}">
                <a16:creationId xmlns:a16="http://schemas.microsoft.com/office/drawing/2014/main" id="{1F8E574C-6B86-7ECE-43C2-562D35364D18}"/>
              </a:ext>
            </a:extLst>
          </p:cNvPr>
          <p:cNvSpPr/>
          <p:nvPr/>
        </p:nvSpPr>
        <p:spPr>
          <a:xfrm>
            <a:off x="5226195"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88" name="Rectangle: Rounded Corners 487">
            <a:extLst>
              <a:ext uri="{FF2B5EF4-FFF2-40B4-BE49-F238E27FC236}">
                <a16:creationId xmlns:a16="http://schemas.microsoft.com/office/drawing/2014/main" id="{F58243F4-3E4A-6F3A-6D81-DA458975F858}"/>
              </a:ext>
            </a:extLst>
          </p:cNvPr>
          <p:cNvSpPr/>
          <p:nvPr/>
        </p:nvSpPr>
        <p:spPr>
          <a:xfrm>
            <a:off x="5696387"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90" name="Rectangle: Rounded Corners 489">
            <a:extLst>
              <a:ext uri="{FF2B5EF4-FFF2-40B4-BE49-F238E27FC236}">
                <a16:creationId xmlns:a16="http://schemas.microsoft.com/office/drawing/2014/main" id="{CF4135EC-B8E4-3D1F-70A4-7BC40E85F050}"/>
              </a:ext>
            </a:extLst>
          </p:cNvPr>
          <p:cNvSpPr/>
          <p:nvPr/>
        </p:nvSpPr>
        <p:spPr>
          <a:xfrm>
            <a:off x="6624863"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91" name="Rectangle: Rounded Corners 490">
            <a:extLst>
              <a:ext uri="{FF2B5EF4-FFF2-40B4-BE49-F238E27FC236}">
                <a16:creationId xmlns:a16="http://schemas.microsoft.com/office/drawing/2014/main" id="{F6DE81A5-99E8-98E5-242B-3FD3009C067E}"/>
              </a:ext>
            </a:extLst>
          </p:cNvPr>
          <p:cNvSpPr/>
          <p:nvPr/>
        </p:nvSpPr>
        <p:spPr>
          <a:xfrm>
            <a:off x="7097514"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93" name="Rectangle: Rounded Corners 492">
            <a:extLst>
              <a:ext uri="{FF2B5EF4-FFF2-40B4-BE49-F238E27FC236}">
                <a16:creationId xmlns:a16="http://schemas.microsoft.com/office/drawing/2014/main" id="{9260CF88-00BF-F39D-32CC-A6FD186F88D0}"/>
              </a:ext>
            </a:extLst>
          </p:cNvPr>
          <p:cNvSpPr/>
          <p:nvPr/>
        </p:nvSpPr>
        <p:spPr>
          <a:xfrm>
            <a:off x="8030274"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94" name="Rectangle: Rounded Corners 493">
            <a:extLst>
              <a:ext uri="{FF2B5EF4-FFF2-40B4-BE49-F238E27FC236}">
                <a16:creationId xmlns:a16="http://schemas.microsoft.com/office/drawing/2014/main" id="{EE512132-D808-AFC6-EFEC-40D1B281764D}"/>
              </a:ext>
            </a:extLst>
          </p:cNvPr>
          <p:cNvSpPr/>
          <p:nvPr/>
        </p:nvSpPr>
        <p:spPr>
          <a:xfrm>
            <a:off x="2906412"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96" name="Rectangle: Rounded Corners 495">
            <a:extLst>
              <a:ext uri="{FF2B5EF4-FFF2-40B4-BE49-F238E27FC236}">
                <a16:creationId xmlns:a16="http://schemas.microsoft.com/office/drawing/2014/main" id="{4EF3D228-5AB3-1204-D186-DC34E3AD0B94}"/>
              </a:ext>
            </a:extLst>
          </p:cNvPr>
          <p:cNvSpPr/>
          <p:nvPr/>
        </p:nvSpPr>
        <p:spPr>
          <a:xfrm>
            <a:off x="3834888" y="480060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497" name="Rectangle: Rounded Corners 496">
            <a:extLst>
              <a:ext uri="{FF2B5EF4-FFF2-40B4-BE49-F238E27FC236}">
                <a16:creationId xmlns:a16="http://schemas.microsoft.com/office/drawing/2014/main" id="{BA193508-0C5F-C606-9874-B0465C87B530}"/>
              </a:ext>
            </a:extLst>
          </p:cNvPr>
          <p:cNvSpPr/>
          <p:nvPr/>
        </p:nvSpPr>
        <p:spPr>
          <a:xfrm>
            <a:off x="4296291"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99" name="Rectangle: Rounded Corners 498">
            <a:extLst>
              <a:ext uri="{FF2B5EF4-FFF2-40B4-BE49-F238E27FC236}">
                <a16:creationId xmlns:a16="http://schemas.microsoft.com/office/drawing/2014/main" id="{6BE7D787-ADC4-069B-7CB8-634D76D1AD54}"/>
              </a:ext>
            </a:extLst>
          </p:cNvPr>
          <p:cNvSpPr/>
          <p:nvPr/>
        </p:nvSpPr>
        <p:spPr>
          <a:xfrm>
            <a:off x="5224767"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00" name="Rectangle: Rounded Corners 499">
            <a:extLst>
              <a:ext uri="{FF2B5EF4-FFF2-40B4-BE49-F238E27FC236}">
                <a16:creationId xmlns:a16="http://schemas.microsoft.com/office/drawing/2014/main" id="{B2AAD4AF-6FA0-6922-31FC-C9C7789DE7A6}"/>
              </a:ext>
            </a:extLst>
          </p:cNvPr>
          <p:cNvSpPr/>
          <p:nvPr/>
        </p:nvSpPr>
        <p:spPr>
          <a:xfrm>
            <a:off x="5696387"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02" name="Rectangle: Rounded Corners 501">
            <a:extLst>
              <a:ext uri="{FF2B5EF4-FFF2-40B4-BE49-F238E27FC236}">
                <a16:creationId xmlns:a16="http://schemas.microsoft.com/office/drawing/2014/main" id="{16050FEB-06FE-5C86-3BC5-8E953BC6EACA}"/>
              </a:ext>
            </a:extLst>
          </p:cNvPr>
          <p:cNvSpPr/>
          <p:nvPr/>
        </p:nvSpPr>
        <p:spPr>
          <a:xfrm>
            <a:off x="6624863"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03" name="Rectangle: Rounded Corners 502">
            <a:extLst>
              <a:ext uri="{FF2B5EF4-FFF2-40B4-BE49-F238E27FC236}">
                <a16:creationId xmlns:a16="http://schemas.microsoft.com/office/drawing/2014/main" id="{0FAB643C-970C-751E-AA2C-6B8028A75705}"/>
              </a:ext>
            </a:extLst>
          </p:cNvPr>
          <p:cNvSpPr/>
          <p:nvPr/>
        </p:nvSpPr>
        <p:spPr>
          <a:xfrm>
            <a:off x="7096086"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05" name="Rectangle: Rounded Corners 504">
            <a:extLst>
              <a:ext uri="{FF2B5EF4-FFF2-40B4-BE49-F238E27FC236}">
                <a16:creationId xmlns:a16="http://schemas.microsoft.com/office/drawing/2014/main" id="{C34AEEB0-26C8-F4F5-EA13-21044B4553D2}"/>
              </a:ext>
            </a:extLst>
          </p:cNvPr>
          <p:cNvSpPr/>
          <p:nvPr/>
        </p:nvSpPr>
        <p:spPr>
          <a:xfrm>
            <a:off x="8030274"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06" name="Rectangle: Rounded Corners 505">
            <a:extLst>
              <a:ext uri="{FF2B5EF4-FFF2-40B4-BE49-F238E27FC236}">
                <a16:creationId xmlns:a16="http://schemas.microsoft.com/office/drawing/2014/main" id="{8DD0CFF3-9F3A-E489-A8B5-6B8E7027E3C8}"/>
              </a:ext>
            </a:extLst>
          </p:cNvPr>
          <p:cNvSpPr/>
          <p:nvPr/>
        </p:nvSpPr>
        <p:spPr>
          <a:xfrm>
            <a:off x="2906412"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08" name="Rectangle: Rounded Corners 507">
            <a:extLst>
              <a:ext uri="{FF2B5EF4-FFF2-40B4-BE49-F238E27FC236}">
                <a16:creationId xmlns:a16="http://schemas.microsoft.com/office/drawing/2014/main" id="{DA7C614A-E1D9-201B-B7E3-C0E55F180416}"/>
              </a:ext>
            </a:extLst>
          </p:cNvPr>
          <p:cNvSpPr/>
          <p:nvPr/>
        </p:nvSpPr>
        <p:spPr>
          <a:xfrm>
            <a:off x="3834888" y="502005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09" name="Rectangle: Rounded Corners 508">
            <a:extLst>
              <a:ext uri="{FF2B5EF4-FFF2-40B4-BE49-F238E27FC236}">
                <a16:creationId xmlns:a16="http://schemas.microsoft.com/office/drawing/2014/main" id="{A2DBC39C-01D1-8258-C962-A4960EB5CAE0}"/>
              </a:ext>
            </a:extLst>
          </p:cNvPr>
          <p:cNvSpPr/>
          <p:nvPr/>
        </p:nvSpPr>
        <p:spPr>
          <a:xfrm>
            <a:off x="4296291"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11" name="Rectangle: Rounded Corners 510">
            <a:extLst>
              <a:ext uri="{FF2B5EF4-FFF2-40B4-BE49-F238E27FC236}">
                <a16:creationId xmlns:a16="http://schemas.microsoft.com/office/drawing/2014/main" id="{1A0407CA-9A26-1D60-FBEA-91E018A16530}"/>
              </a:ext>
            </a:extLst>
          </p:cNvPr>
          <p:cNvSpPr/>
          <p:nvPr/>
        </p:nvSpPr>
        <p:spPr>
          <a:xfrm>
            <a:off x="5224767"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12" name="Rectangle: Rounded Corners 511">
            <a:extLst>
              <a:ext uri="{FF2B5EF4-FFF2-40B4-BE49-F238E27FC236}">
                <a16:creationId xmlns:a16="http://schemas.microsoft.com/office/drawing/2014/main" id="{75163EC4-8C87-EFEC-C3E2-2E12A32C7AE7}"/>
              </a:ext>
            </a:extLst>
          </p:cNvPr>
          <p:cNvSpPr/>
          <p:nvPr/>
        </p:nvSpPr>
        <p:spPr>
          <a:xfrm>
            <a:off x="5696387"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14" name="Rectangle: Rounded Corners 513">
            <a:extLst>
              <a:ext uri="{FF2B5EF4-FFF2-40B4-BE49-F238E27FC236}">
                <a16:creationId xmlns:a16="http://schemas.microsoft.com/office/drawing/2014/main" id="{1BBA4E00-DEC9-E7D1-B608-EBA13A8FDBDB}"/>
              </a:ext>
            </a:extLst>
          </p:cNvPr>
          <p:cNvSpPr/>
          <p:nvPr/>
        </p:nvSpPr>
        <p:spPr>
          <a:xfrm>
            <a:off x="6624863"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15" name="Rectangle: Rounded Corners 514">
            <a:extLst>
              <a:ext uri="{FF2B5EF4-FFF2-40B4-BE49-F238E27FC236}">
                <a16:creationId xmlns:a16="http://schemas.microsoft.com/office/drawing/2014/main" id="{72AECDA1-56DC-F2FF-4768-FDD45970F693}"/>
              </a:ext>
            </a:extLst>
          </p:cNvPr>
          <p:cNvSpPr/>
          <p:nvPr/>
        </p:nvSpPr>
        <p:spPr>
          <a:xfrm>
            <a:off x="7096086"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17" name="Rectangle: Rounded Corners 516">
            <a:extLst>
              <a:ext uri="{FF2B5EF4-FFF2-40B4-BE49-F238E27FC236}">
                <a16:creationId xmlns:a16="http://schemas.microsoft.com/office/drawing/2014/main" id="{2B952FD4-9A84-5B52-F4DA-E12971F3591E}"/>
              </a:ext>
            </a:extLst>
          </p:cNvPr>
          <p:cNvSpPr/>
          <p:nvPr/>
        </p:nvSpPr>
        <p:spPr>
          <a:xfrm>
            <a:off x="8030274"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18" name="Rectangle: Rounded Corners 517">
            <a:extLst>
              <a:ext uri="{FF2B5EF4-FFF2-40B4-BE49-F238E27FC236}">
                <a16:creationId xmlns:a16="http://schemas.microsoft.com/office/drawing/2014/main" id="{164A3058-6C34-764F-F6EA-EF11971E51DE}"/>
              </a:ext>
            </a:extLst>
          </p:cNvPr>
          <p:cNvSpPr/>
          <p:nvPr/>
        </p:nvSpPr>
        <p:spPr>
          <a:xfrm>
            <a:off x="2906412"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20" name="Rectangle: Rounded Corners 519">
            <a:extLst>
              <a:ext uri="{FF2B5EF4-FFF2-40B4-BE49-F238E27FC236}">
                <a16:creationId xmlns:a16="http://schemas.microsoft.com/office/drawing/2014/main" id="{AFB87B1D-E40E-42F6-8DFD-5C9CF3405888}"/>
              </a:ext>
            </a:extLst>
          </p:cNvPr>
          <p:cNvSpPr/>
          <p:nvPr/>
        </p:nvSpPr>
        <p:spPr>
          <a:xfrm>
            <a:off x="3834888" y="5239512"/>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21" name="Rectangle: Rounded Corners 520">
            <a:extLst>
              <a:ext uri="{FF2B5EF4-FFF2-40B4-BE49-F238E27FC236}">
                <a16:creationId xmlns:a16="http://schemas.microsoft.com/office/drawing/2014/main" id="{181BDC7E-B59E-9092-CE7E-9EACC0D34847}"/>
              </a:ext>
            </a:extLst>
          </p:cNvPr>
          <p:cNvSpPr/>
          <p:nvPr/>
        </p:nvSpPr>
        <p:spPr>
          <a:xfrm>
            <a:off x="4294863"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23" name="Rectangle: Rounded Corners 522">
            <a:extLst>
              <a:ext uri="{FF2B5EF4-FFF2-40B4-BE49-F238E27FC236}">
                <a16:creationId xmlns:a16="http://schemas.microsoft.com/office/drawing/2014/main" id="{AFF4E59C-972E-38DB-0BFB-77B2B9B3936B}"/>
              </a:ext>
            </a:extLst>
          </p:cNvPr>
          <p:cNvSpPr/>
          <p:nvPr/>
        </p:nvSpPr>
        <p:spPr>
          <a:xfrm>
            <a:off x="5223339"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24" name="Rectangle: Rounded Corners 523">
            <a:extLst>
              <a:ext uri="{FF2B5EF4-FFF2-40B4-BE49-F238E27FC236}">
                <a16:creationId xmlns:a16="http://schemas.microsoft.com/office/drawing/2014/main" id="{27D48A24-D1F2-1771-1132-8B1EC76ABC8A}"/>
              </a:ext>
            </a:extLst>
          </p:cNvPr>
          <p:cNvSpPr/>
          <p:nvPr/>
        </p:nvSpPr>
        <p:spPr>
          <a:xfrm>
            <a:off x="5696387"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26" name="Rectangle: Rounded Corners 525">
            <a:extLst>
              <a:ext uri="{FF2B5EF4-FFF2-40B4-BE49-F238E27FC236}">
                <a16:creationId xmlns:a16="http://schemas.microsoft.com/office/drawing/2014/main" id="{A511F68D-1681-A1E1-EED9-1CD9D153CF6A}"/>
              </a:ext>
            </a:extLst>
          </p:cNvPr>
          <p:cNvSpPr/>
          <p:nvPr/>
        </p:nvSpPr>
        <p:spPr>
          <a:xfrm>
            <a:off x="6624863"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27" name="Rectangle: Rounded Corners 526">
            <a:extLst>
              <a:ext uri="{FF2B5EF4-FFF2-40B4-BE49-F238E27FC236}">
                <a16:creationId xmlns:a16="http://schemas.microsoft.com/office/drawing/2014/main" id="{99F90477-C5F5-5706-9130-ADD950C70F52}"/>
              </a:ext>
            </a:extLst>
          </p:cNvPr>
          <p:cNvSpPr/>
          <p:nvPr/>
        </p:nvSpPr>
        <p:spPr>
          <a:xfrm>
            <a:off x="7094658"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29" name="Rectangle: Rounded Corners 528">
            <a:extLst>
              <a:ext uri="{FF2B5EF4-FFF2-40B4-BE49-F238E27FC236}">
                <a16:creationId xmlns:a16="http://schemas.microsoft.com/office/drawing/2014/main" id="{1EF6E0FE-57CC-E63F-AFAF-058461AC7237}"/>
              </a:ext>
            </a:extLst>
          </p:cNvPr>
          <p:cNvSpPr/>
          <p:nvPr/>
        </p:nvSpPr>
        <p:spPr>
          <a:xfrm>
            <a:off x="8030274"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30" name="Rectangle: Rounded Corners 529">
            <a:extLst>
              <a:ext uri="{FF2B5EF4-FFF2-40B4-BE49-F238E27FC236}">
                <a16:creationId xmlns:a16="http://schemas.microsoft.com/office/drawing/2014/main" id="{FDD83026-A350-9D3A-3753-0D5C0E5FEBBC}"/>
              </a:ext>
            </a:extLst>
          </p:cNvPr>
          <p:cNvSpPr/>
          <p:nvPr/>
        </p:nvSpPr>
        <p:spPr>
          <a:xfrm>
            <a:off x="2906412"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32" name="Rectangle: Rounded Corners 531">
            <a:extLst>
              <a:ext uri="{FF2B5EF4-FFF2-40B4-BE49-F238E27FC236}">
                <a16:creationId xmlns:a16="http://schemas.microsoft.com/office/drawing/2014/main" id="{EDD79399-0254-4314-03B8-2E2D207F9942}"/>
              </a:ext>
            </a:extLst>
          </p:cNvPr>
          <p:cNvSpPr/>
          <p:nvPr/>
        </p:nvSpPr>
        <p:spPr>
          <a:xfrm>
            <a:off x="3834888" y="5458968"/>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33" name="Rectangle: Rounded Corners 532">
            <a:extLst>
              <a:ext uri="{FF2B5EF4-FFF2-40B4-BE49-F238E27FC236}">
                <a16:creationId xmlns:a16="http://schemas.microsoft.com/office/drawing/2014/main" id="{378F4A1B-1DCB-1A92-B771-261B239742A2}"/>
              </a:ext>
            </a:extLst>
          </p:cNvPr>
          <p:cNvSpPr/>
          <p:nvPr/>
        </p:nvSpPr>
        <p:spPr>
          <a:xfrm>
            <a:off x="4296291"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35" name="Rectangle: Rounded Corners 534">
            <a:extLst>
              <a:ext uri="{FF2B5EF4-FFF2-40B4-BE49-F238E27FC236}">
                <a16:creationId xmlns:a16="http://schemas.microsoft.com/office/drawing/2014/main" id="{134422A8-F6E5-3E12-0696-14F6EBC74025}"/>
              </a:ext>
            </a:extLst>
          </p:cNvPr>
          <p:cNvSpPr/>
          <p:nvPr/>
        </p:nvSpPr>
        <p:spPr>
          <a:xfrm>
            <a:off x="5224767"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36" name="Rectangle: Rounded Corners 535">
            <a:extLst>
              <a:ext uri="{FF2B5EF4-FFF2-40B4-BE49-F238E27FC236}">
                <a16:creationId xmlns:a16="http://schemas.microsoft.com/office/drawing/2014/main" id="{FB0B419F-FA8E-7CC2-B3C4-455773A938BC}"/>
              </a:ext>
            </a:extLst>
          </p:cNvPr>
          <p:cNvSpPr/>
          <p:nvPr/>
        </p:nvSpPr>
        <p:spPr>
          <a:xfrm>
            <a:off x="5696387"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38" name="Rectangle: Rounded Corners 537">
            <a:extLst>
              <a:ext uri="{FF2B5EF4-FFF2-40B4-BE49-F238E27FC236}">
                <a16:creationId xmlns:a16="http://schemas.microsoft.com/office/drawing/2014/main" id="{1FAD86D7-1DF1-D652-C273-B6C8E7741507}"/>
              </a:ext>
            </a:extLst>
          </p:cNvPr>
          <p:cNvSpPr/>
          <p:nvPr/>
        </p:nvSpPr>
        <p:spPr>
          <a:xfrm>
            <a:off x="6624863"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39" name="Rectangle: Rounded Corners 538">
            <a:extLst>
              <a:ext uri="{FF2B5EF4-FFF2-40B4-BE49-F238E27FC236}">
                <a16:creationId xmlns:a16="http://schemas.microsoft.com/office/drawing/2014/main" id="{339C843E-8939-6041-4812-C677F3E7FBF7}"/>
              </a:ext>
            </a:extLst>
          </p:cNvPr>
          <p:cNvSpPr/>
          <p:nvPr/>
        </p:nvSpPr>
        <p:spPr>
          <a:xfrm>
            <a:off x="7096086"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41" name="Rectangle: Rounded Corners 540">
            <a:extLst>
              <a:ext uri="{FF2B5EF4-FFF2-40B4-BE49-F238E27FC236}">
                <a16:creationId xmlns:a16="http://schemas.microsoft.com/office/drawing/2014/main" id="{7DE1BAE0-0CD3-D3DD-7826-8022636502E5}"/>
              </a:ext>
            </a:extLst>
          </p:cNvPr>
          <p:cNvSpPr/>
          <p:nvPr/>
        </p:nvSpPr>
        <p:spPr>
          <a:xfrm>
            <a:off x="8030274"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42" name="Rectangle: Rounded Corners 541">
            <a:extLst>
              <a:ext uri="{FF2B5EF4-FFF2-40B4-BE49-F238E27FC236}">
                <a16:creationId xmlns:a16="http://schemas.microsoft.com/office/drawing/2014/main" id="{2E8E0127-0114-2EA4-313A-6FFB845C1AF2}"/>
              </a:ext>
            </a:extLst>
          </p:cNvPr>
          <p:cNvSpPr/>
          <p:nvPr/>
        </p:nvSpPr>
        <p:spPr>
          <a:xfrm>
            <a:off x="2906412"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44" name="Rectangle: Rounded Corners 543">
            <a:extLst>
              <a:ext uri="{FF2B5EF4-FFF2-40B4-BE49-F238E27FC236}">
                <a16:creationId xmlns:a16="http://schemas.microsoft.com/office/drawing/2014/main" id="{90BCE335-4C2F-2CC5-CF64-B910F753348A}"/>
              </a:ext>
            </a:extLst>
          </p:cNvPr>
          <p:cNvSpPr/>
          <p:nvPr/>
        </p:nvSpPr>
        <p:spPr>
          <a:xfrm>
            <a:off x="3834888" y="5678424"/>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45" name="Rectangle: Rounded Corners 544">
            <a:extLst>
              <a:ext uri="{FF2B5EF4-FFF2-40B4-BE49-F238E27FC236}">
                <a16:creationId xmlns:a16="http://schemas.microsoft.com/office/drawing/2014/main" id="{6B2FD995-1882-3496-1D95-346B8B6AC2D9}"/>
              </a:ext>
            </a:extLst>
          </p:cNvPr>
          <p:cNvSpPr/>
          <p:nvPr/>
        </p:nvSpPr>
        <p:spPr>
          <a:xfrm>
            <a:off x="4294863"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47" name="Rectangle: Rounded Corners 546">
            <a:extLst>
              <a:ext uri="{FF2B5EF4-FFF2-40B4-BE49-F238E27FC236}">
                <a16:creationId xmlns:a16="http://schemas.microsoft.com/office/drawing/2014/main" id="{DDBC6DB8-9C6D-C28D-D3A4-A728450F6322}"/>
              </a:ext>
            </a:extLst>
          </p:cNvPr>
          <p:cNvSpPr/>
          <p:nvPr/>
        </p:nvSpPr>
        <p:spPr>
          <a:xfrm>
            <a:off x="5223339"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48" name="Rectangle: Rounded Corners 547">
            <a:extLst>
              <a:ext uri="{FF2B5EF4-FFF2-40B4-BE49-F238E27FC236}">
                <a16:creationId xmlns:a16="http://schemas.microsoft.com/office/drawing/2014/main" id="{529AC013-61D0-940C-0D02-833D7457D6CB}"/>
              </a:ext>
            </a:extLst>
          </p:cNvPr>
          <p:cNvSpPr/>
          <p:nvPr/>
        </p:nvSpPr>
        <p:spPr>
          <a:xfrm>
            <a:off x="5696387"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50" name="Rectangle: Rounded Corners 549">
            <a:extLst>
              <a:ext uri="{FF2B5EF4-FFF2-40B4-BE49-F238E27FC236}">
                <a16:creationId xmlns:a16="http://schemas.microsoft.com/office/drawing/2014/main" id="{28A1B228-93CA-2276-5940-78F0797AB7B8}"/>
              </a:ext>
            </a:extLst>
          </p:cNvPr>
          <p:cNvSpPr/>
          <p:nvPr/>
        </p:nvSpPr>
        <p:spPr>
          <a:xfrm>
            <a:off x="6624863"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51" name="Rectangle: Rounded Corners 550">
            <a:extLst>
              <a:ext uri="{FF2B5EF4-FFF2-40B4-BE49-F238E27FC236}">
                <a16:creationId xmlns:a16="http://schemas.microsoft.com/office/drawing/2014/main" id="{261EB557-205B-BE10-2550-26844C5304DD}"/>
              </a:ext>
            </a:extLst>
          </p:cNvPr>
          <p:cNvSpPr/>
          <p:nvPr/>
        </p:nvSpPr>
        <p:spPr>
          <a:xfrm>
            <a:off x="7094658"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53" name="Rectangle: Rounded Corners 552">
            <a:extLst>
              <a:ext uri="{FF2B5EF4-FFF2-40B4-BE49-F238E27FC236}">
                <a16:creationId xmlns:a16="http://schemas.microsoft.com/office/drawing/2014/main" id="{DBF489BF-CA71-BA49-F6BA-4FEF12DCB696}"/>
              </a:ext>
            </a:extLst>
          </p:cNvPr>
          <p:cNvSpPr/>
          <p:nvPr/>
        </p:nvSpPr>
        <p:spPr>
          <a:xfrm>
            <a:off x="8030274"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54" name="Rectangle: Rounded Corners 553">
            <a:extLst>
              <a:ext uri="{FF2B5EF4-FFF2-40B4-BE49-F238E27FC236}">
                <a16:creationId xmlns:a16="http://schemas.microsoft.com/office/drawing/2014/main" id="{B2C3C71D-537C-6354-54BE-B2895E306C1F}"/>
              </a:ext>
            </a:extLst>
          </p:cNvPr>
          <p:cNvSpPr/>
          <p:nvPr/>
        </p:nvSpPr>
        <p:spPr>
          <a:xfrm>
            <a:off x="2906412"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56" name="Rectangle: Rounded Corners 555">
            <a:extLst>
              <a:ext uri="{FF2B5EF4-FFF2-40B4-BE49-F238E27FC236}">
                <a16:creationId xmlns:a16="http://schemas.microsoft.com/office/drawing/2014/main" id="{13E5E5D0-20FB-136D-FCF7-96EC1F404FF5}"/>
              </a:ext>
            </a:extLst>
          </p:cNvPr>
          <p:cNvSpPr/>
          <p:nvPr/>
        </p:nvSpPr>
        <p:spPr>
          <a:xfrm>
            <a:off x="3834888" y="5897880"/>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57" name="Rectangle: Rounded Corners 556">
            <a:extLst>
              <a:ext uri="{FF2B5EF4-FFF2-40B4-BE49-F238E27FC236}">
                <a16:creationId xmlns:a16="http://schemas.microsoft.com/office/drawing/2014/main" id="{8984BB51-7231-9A9B-634B-61704E91ECB0}"/>
              </a:ext>
            </a:extLst>
          </p:cNvPr>
          <p:cNvSpPr/>
          <p:nvPr/>
        </p:nvSpPr>
        <p:spPr>
          <a:xfrm>
            <a:off x="4294863"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59" name="Rectangle: Rounded Corners 558">
            <a:extLst>
              <a:ext uri="{FF2B5EF4-FFF2-40B4-BE49-F238E27FC236}">
                <a16:creationId xmlns:a16="http://schemas.microsoft.com/office/drawing/2014/main" id="{8B3470BE-9955-1849-4001-09ECB32FD872}"/>
              </a:ext>
            </a:extLst>
          </p:cNvPr>
          <p:cNvSpPr/>
          <p:nvPr/>
        </p:nvSpPr>
        <p:spPr>
          <a:xfrm>
            <a:off x="5223339"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60" name="Rectangle: Rounded Corners 559">
            <a:extLst>
              <a:ext uri="{FF2B5EF4-FFF2-40B4-BE49-F238E27FC236}">
                <a16:creationId xmlns:a16="http://schemas.microsoft.com/office/drawing/2014/main" id="{9646AEA2-5715-0EB9-AC7C-5F9F6CD07D87}"/>
              </a:ext>
            </a:extLst>
          </p:cNvPr>
          <p:cNvSpPr/>
          <p:nvPr/>
        </p:nvSpPr>
        <p:spPr>
          <a:xfrm>
            <a:off x="5696387"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62" name="Rectangle: Rounded Corners 561">
            <a:extLst>
              <a:ext uri="{FF2B5EF4-FFF2-40B4-BE49-F238E27FC236}">
                <a16:creationId xmlns:a16="http://schemas.microsoft.com/office/drawing/2014/main" id="{DA2EAE0C-EAEF-E175-262C-F109B0A7E31D}"/>
              </a:ext>
            </a:extLst>
          </p:cNvPr>
          <p:cNvSpPr/>
          <p:nvPr/>
        </p:nvSpPr>
        <p:spPr>
          <a:xfrm>
            <a:off x="6624863"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63" name="Rectangle: Rounded Corners 562">
            <a:extLst>
              <a:ext uri="{FF2B5EF4-FFF2-40B4-BE49-F238E27FC236}">
                <a16:creationId xmlns:a16="http://schemas.microsoft.com/office/drawing/2014/main" id="{552FC7F1-62BA-1728-53EC-6BC3DD18011D}"/>
              </a:ext>
            </a:extLst>
          </p:cNvPr>
          <p:cNvSpPr/>
          <p:nvPr/>
        </p:nvSpPr>
        <p:spPr>
          <a:xfrm>
            <a:off x="7094658"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65" name="Rectangle: Rounded Corners 564">
            <a:extLst>
              <a:ext uri="{FF2B5EF4-FFF2-40B4-BE49-F238E27FC236}">
                <a16:creationId xmlns:a16="http://schemas.microsoft.com/office/drawing/2014/main" id="{743602D2-1A35-DD4F-81C1-F372D3854B3F}"/>
              </a:ext>
            </a:extLst>
          </p:cNvPr>
          <p:cNvSpPr/>
          <p:nvPr/>
        </p:nvSpPr>
        <p:spPr>
          <a:xfrm>
            <a:off x="8030274"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66" name="Rectangle: Rounded Corners 565">
            <a:extLst>
              <a:ext uri="{FF2B5EF4-FFF2-40B4-BE49-F238E27FC236}">
                <a16:creationId xmlns:a16="http://schemas.microsoft.com/office/drawing/2014/main" id="{C66E6224-A69B-DCE1-2722-6902FBE66B2A}"/>
              </a:ext>
            </a:extLst>
          </p:cNvPr>
          <p:cNvSpPr/>
          <p:nvPr/>
        </p:nvSpPr>
        <p:spPr>
          <a:xfrm>
            <a:off x="2906412"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68" name="Rectangle: Rounded Corners 567">
            <a:extLst>
              <a:ext uri="{FF2B5EF4-FFF2-40B4-BE49-F238E27FC236}">
                <a16:creationId xmlns:a16="http://schemas.microsoft.com/office/drawing/2014/main" id="{33295DAA-40ED-B3C2-9837-047F69EB1EBE}"/>
              </a:ext>
            </a:extLst>
          </p:cNvPr>
          <p:cNvSpPr/>
          <p:nvPr/>
        </p:nvSpPr>
        <p:spPr>
          <a:xfrm>
            <a:off x="3834888" y="6117336"/>
            <a:ext cx="339728" cy="192024"/>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69" name="Rectangle: Rounded Corners 568">
            <a:extLst>
              <a:ext uri="{FF2B5EF4-FFF2-40B4-BE49-F238E27FC236}">
                <a16:creationId xmlns:a16="http://schemas.microsoft.com/office/drawing/2014/main" id="{F0E9E382-5A03-54CC-665B-4BB04EBD0E07}"/>
              </a:ext>
            </a:extLst>
          </p:cNvPr>
          <p:cNvSpPr/>
          <p:nvPr/>
        </p:nvSpPr>
        <p:spPr>
          <a:xfrm>
            <a:off x="4293435"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71" name="Rectangle: Rounded Corners 570">
            <a:extLst>
              <a:ext uri="{FF2B5EF4-FFF2-40B4-BE49-F238E27FC236}">
                <a16:creationId xmlns:a16="http://schemas.microsoft.com/office/drawing/2014/main" id="{6F7765E5-4784-B392-21BA-891E3A4D3436}"/>
              </a:ext>
            </a:extLst>
          </p:cNvPr>
          <p:cNvSpPr/>
          <p:nvPr/>
        </p:nvSpPr>
        <p:spPr>
          <a:xfrm>
            <a:off x="5221911"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L3</a:t>
            </a:r>
          </a:p>
        </p:txBody>
      </p:sp>
      <p:sp>
        <p:nvSpPr>
          <p:cNvPr id="572" name="Rectangle: Rounded Corners 571">
            <a:extLst>
              <a:ext uri="{FF2B5EF4-FFF2-40B4-BE49-F238E27FC236}">
                <a16:creationId xmlns:a16="http://schemas.microsoft.com/office/drawing/2014/main" id="{8B75270C-91BF-FB15-1F09-E3FDE539D619}"/>
              </a:ext>
            </a:extLst>
          </p:cNvPr>
          <p:cNvSpPr/>
          <p:nvPr/>
        </p:nvSpPr>
        <p:spPr>
          <a:xfrm>
            <a:off x="5696387"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74" name="Rectangle: Rounded Corners 573">
            <a:extLst>
              <a:ext uri="{FF2B5EF4-FFF2-40B4-BE49-F238E27FC236}">
                <a16:creationId xmlns:a16="http://schemas.microsoft.com/office/drawing/2014/main" id="{6130FB85-6FC6-7C49-8175-662F1D6C4828}"/>
              </a:ext>
            </a:extLst>
          </p:cNvPr>
          <p:cNvSpPr/>
          <p:nvPr/>
        </p:nvSpPr>
        <p:spPr>
          <a:xfrm>
            <a:off x="6624863"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75" name="Rectangle: Rounded Corners 574">
            <a:extLst>
              <a:ext uri="{FF2B5EF4-FFF2-40B4-BE49-F238E27FC236}">
                <a16:creationId xmlns:a16="http://schemas.microsoft.com/office/drawing/2014/main" id="{93B37DEA-9B78-1916-7436-968584737125}"/>
              </a:ext>
            </a:extLst>
          </p:cNvPr>
          <p:cNvSpPr/>
          <p:nvPr/>
        </p:nvSpPr>
        <p:spPr>
          <a:xfrm>
            <a:off x="7093230"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77" name="Rectangle: Rounded Corners 576">
            <a:extLst>
              <a:ext uri="{FF2B5EF4-FFF2-40B4-BE49-F238E27FC236}">
                <a16:creationId xmlns:a16="http://schemas.microsoft.com/office/drawing/2014/main" id="{DE0E8CB7-8389-4603-8B53-A95C08DCB287}"/>
              </a:ext>
            </a:extLst>
          </p:cNvPr>
          <p:cNvSpPr/>
          <p:nvPr/>
        </p:nvSpPr>
        <p:spPr>
          <a:xfrm>
            <a:off x="8030274"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78" name="Rectangle: Rounded Corners 577">
            <a:extLst>
              <a:ext uri="{FF2B5EF4-FFF2-40B4-BE49-F238E27FC236}">
                <a16:creationId xmlns:a16="http://schemas.microsoft.com/office/drawing/2014/main" id="{36E7F540-6A29-469B-288E-8C6405C31994}"/>
              </a:ext>
            </a:extLst>
          </p:cNvPr>
          <p:cNvSpPr/>
          <p:nvPr/>
        </p:nvSpPr>
        <p:spPr>
          <a:xfrm>
            <a:off x="1505013" y="4142231"/>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79" name="Rectangle: Rounded Corners 578">
            <a:extLst>
              <a:ext uri="{FF2B5EF4-FFF2-40B4-BE49-F238E27FC236}">
                <a16:creationId xmlns:a16="http://schemas.microsoft.com/office/drawing/2014/main" id="{ECA82F2D-3A10-A667-9C86-E950332ED6BC}"/>
              </a:ext>
            </a:extLst>
          </p:cNvPr>
          <p:cNvSpPr/>
          <p:nvPr/>
        </p:nvSpPr>
        <p:spPr>
          <a:xfrm>
            <a:off x="1500108" y="3798350"/>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DP</a:t>
            </a:r>
          </a:p>
        </p:txBody>
      </p:sp>
      <p:sp>
        <p:nvSpPr>
          <p:cNvPr id="581" name="Rectangle: Rounded Corners 580">
            <a:extLst>
              <a:ext uri="{FF2B5EF4-FFF2-40B4-BE49-F238E27FC236}">
                <a16:creationId xmlns:a16="http://schemas.microsoft.com/office/drawing/2014/main" id="{30017003-F06F-DB0F-B16D-3DDD7AC03534}"/>
              </a:ext>
            </a:extLst>
          </p:cNvPr>
          <p:cNvSpPr/>
          <p:nvPr/>
        </p:nvSpPr>
        <p:spPr>
          <a:xfrm>
            <a:off x="2433489"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82" name="Rectangle: Rounded Corners 581">
            <a:extLst>
              <a:ext uri="{FF2B5EF4-FFF2-40B4-BE49-F238E27FC236}">
                <a16:creationId xmlns:a16="http://schemas.microsoft.com/office/drawing/2014/main" id="{0FB43D38-7763-B864-555F-902B0A0F174D}"/>
              </a:ext>
            </a:extLst>
          </p:cNvPr>
          <p:cNvSpPr/>
          <p:nvPr/>
        </p:nvSpPr>
        <p:spPr>
          <a:xfrm>
            <a:off x="1505013" y="4361688"/>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84" name="Rectangle: Rounded Corners 583">
            <a:extLst>
              <a:ext uri="{FF2B5EF4-FFF2-40B4-BE49-F238E27FC236}">
                <a16:creationId xmlns:a16="http://schemas.microsoft.com/office/drawing/2014/main" id="{7C8F9A51-5D54-E985-FAFC-FABD5023E28D}"/>
              </a:ext>
            </a:extLst>
          </p:cNvPr>
          <p:cNvSpPr/>
          <p:nvPr/>
        </p:nvSpPr>
        <p:spPr>
          <a:xfrm>
            <a:off x="2433489"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85" name="Rectangle: Rounded Corners 584">
            <a:extLst>
              <a:ext uri="{FF2B5EF4-FFF2-40B4-BE49-F238E27FC236}">
                <a16:creationId xmlns:a16="http://schemas.microsoft.com/office/drawing/2014/main" id="{9D0342C4-49F1-EB32-39E5-2B4D02F2D282}"/>
              </a:ext>
            </a:extLst>
          </p:cNvPr>
          <p:cNvSpPr/>
          <p:nvPr/>
        </p:nvSpPr>
        <p:spPr>
          <a:xfrm>
            <a:off x="1505013" y="458114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87" name="Rectangle: Rounded Corners 586">
            <a:extLst>
              <a:ext uri="{FF2B5EF4-FFF2-40B4-BE49-F238E27FC236}">
                <a16:creationId xmlns:a16="http://schemas.microsoft.com/office/drawing/2014/main" id="{2C3BD993-5053-BC20-B493-203818F4CDFC}"/>
              </a:ext>
            </a:extLst>
          </p:cNvPr>
          <p:cNvSpPr/>
          <p:nvPr/>
        </p:nvSpPr>
        <p:spPr>
          <a:xfrm>
            <a:off x="2433489"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88" name="Rectangle: Rounded Corners 587">
            <a:extLst>
              <a:ext uri="{FF2B5EF4-FFF2-40B4-BE49-F238E27FC236}">
                <a16:creationId xmlns:a16="http://schemas.microsoft.com/office/drawing/2014/main" id="{4637666B-AB95-2D61-2716-5883EA390428}"/>
              </a:ext>
            </a:extLst>
          </p:cNvPr>
          <p:cNvSpPr/>
          <p:nvPr/>
        </p:nvSpPr>
        <p:spPr>
          <a:xfrm>
            <a:off x="1505013" y="480060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90" name="Rectangle: Rounded Corners 589">
            <a:extLst>
              <a:ext uri="{FF2B5EF4-FFF2-40B4-BE49-F238E27FC236}">
                <a16:creationId xmlns:a16="http://schemas.microsoft.com/office/drawing/2014/main" id="{11A26EBC-1EEB-924C-8354-CD6E9A626213}"/>
              </a:ext>
            </a:extLst>
          </p:cNvPr>
          <p:cNvSpPr/>
          <p:nvPr/>
        </p:nvSpPr>
        <p:spPr>
          <a:xfrm>
            <a:off x="2433489"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91" name="Rectangle: Rounded Corners 590">
            <a:extLst>
              <a:ext uri="{FF2B5EF4-FFF2-40B4-BE49-F238E27FC236}">
                <a16:creationId xmlns:a16="http://schemas.microsoft.com/office/drawing/2014/main" id="{3BC081E0-75FB-13C6-4D85-A6254DBEA36B}"/>
              </a:ext>
            </a:extLst>
          </p:cNvPr>
          <p:cNvSpPr/>
          <p:nvPr/>
        </p:nvSpPr>
        <p:spPr>
          <a:xfrm>
            <a:off x="1505013" y="502005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93" name="Rectangle: Rounded Corners 592">
            <a:extLst>
              <a:ext uri="{FF2B5EF4-FFF2-40B4-BE49-F238E27FC236}">
                <a16:creationId xmlns:a16="http://schemas.microsoft.com/office/drawing/2014/main" id="{D44FF0B2-08E8-D198-9E3A-8DBEFD3E18FE}"/>
              </a:ext>
            </a:extLst>
          </p:cNvPr>
          <p:cNvSpPr/>
          <p:nvPr/>
        </p:nvSpPr>
        <p:spPr>
          <a:xfrm>
            <a:off x="2433489"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94" name="Rectangle: Rounded Corners 593">
            <a:extLst>
              <a:ext uri="{FF2B5EF4-FFF2-40B4-BE49-F238E27FC236}">
                <a16:creationId xmlns:a16="http://schemas.microsoft.com/office/drawing/2014/main" id="{BEFC526D-A0FE-E1B7-B29E-CD0BC53DACB0}"/>
              </a:ext>
            </a:extLst>
          </p:cNvPr>
          <p:cNvSpPr/>
          <p:nvPr/>
        </p:nvSpPr>
        <p:spPr>
          <a:xfrm>
            <a:off x="1505013" y="5239512"/>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96" name="Rectangle: Rounded Corners 595">
            <a:extLst>
              <a:ext uri="{FF2B5EF4-FFF2-40B4-BE49-F238E27FC236}">
                <a16:creationId xmlns:a16="http://schemas.microsoft.com/office/drawing/2014/main" id="{56E80537-72FE-6A94-C6C1-FB915EEE22FA}"/>
              </a:ext>
            </a:extLst>
          </p:cNvPr>
          <p:cNvSpPr/>
          <p:nvPr/>
        </p:nvSpPr>
        <p:spPr>
          <a:xfrm>
            <a:off x="2433489"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597" name="Rectangle: Rounded Corners 596">
            <a:extLst>
              <a:ext uri="{FF2B5EF4-FFF2-40B4-BE49-F238E27FC236}">
                <a16:creationId xmlns:a16="http://schemas.microsoft.com/office/drawing/2014/main" id="{D8148ADC-1660-3A4A-31A4-0A291255BA56}"/>
              </a:ext>
            </a:extLst>
          </p:cNvPr>
          <p:cNvSpPr/>
          <p:nvPr/>
        </p:nvSpPr>
        <p:spPr>
          <a:xfrm>
            <a:off x="1505013" y="5458968"/>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599" name="Rectangle: Rounded Corners 598">
            <a:extLst>
              <a:ext uri="{FF2B5EF4-FFF2-40B4-BE49-F238E27FC236}">
                <a16:creationId xmlns:a16="http://schemas.microsoft.com/office/drawing/2014/main" id="{9C22FECC-54DA-C47D-4AA4-F8C75BF0872A}"/>
              </a:ext>
            </a:extLst>
          </p:cNvPr>
          <p:cNvSpPr/>
          <p:nvPr/>
        </p:nvSpPr>
        <p:spPr>
          <a:xfrm>
            <a:off x="2433489"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00" name="Rectangle: Rounded Corners 599">
            <a:extLst>
              <a:ext uri="{FF2B5EF4-FFF2-40B4-BE49-F238E27FC236}">
                <a16:creationId xmlns:a16="http://schemas.microsoft.com/office/drawing/2014/main" id="{E26B5F02-9DA0-A87A-EA24-B2121AF503CD}"/>
              </a:ext>
            </a:extLst>
          </p:cNvPr>
          <p:cNvSpPr/>
          <p:nvPr/>
        </p:nvSpPr>
        <p:spPr>
          <a:xfrm>
            <a:off x="1505013" y="5678424"/>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02" name="Rectangle: Rounded Corners 601">
            <a:extLst>
              <a:ext uri="{FF2B5EF4-FFF2-40B4-BE49-F238E27FC236}">
                <a16:creationId xmlns:a16="http://schemas.microsoft.com/office/drawing/2014/main" id="{0580D5DD-86AA-8843-51C9-C48934D5152E}"/>
              </a:ext>
            </a:extLst>
          </p:cNvPr>
          <p:cNvSpPr/>
          <p:nvPr/>
        </p:nvSpPr>
        <p:spPr>
          <a:xfrm>
            <a:off x="2433489"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03" name="Rectangle: Rounded Corners 602">
            <a:extLst>
              <a:ext uri="{FF2B5EF4-FFF2-40B4-BE49-F238E27FC236}">
                <a16:creationId xmlns:a16="http://schemas.microsoft.com/office/drawing/2014/main" id="{F353C35A-AEFD-7907-6B0F-0EA46AC5A62A}"/>
              </a:ext>
            </a:extLst>
          </p:cNvPr>
          <p:cNvSpPr/>
          <p:nvPr/>
        </p:nvSpPr>
        <p:spPr>
          <a:xfrm>
            <a:off x="1505013" y="5897880"/>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05" name="Rectangle: Rounded Corners 604">
            <a:extLst>
              <a:ext uri="{FF2B5EF4-FFF2-40B4-BE49-F238E27FC236}">
                <a16:creationId xmlns:a16="http://schemas.microsoft.com/office/drawing/2014/main" id="{9CFC9F8E-151A-4F03-7108-F119C9C4C604}"/>
              </a:ext>
            </a:extLst>
          </p:cNvPr>
          <p:cNvSpPr/>
          <p:nvPr/>
        </p:nvSpPr>
        <p:spPr>
          <a:xfrm>
            <a:off x="2433489"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06" name="Rectangle: Rounded Corners 605">
            <a:extLst>
              <a:ext uri="{FF2B5EF4-FFF2-40B4-BE49-F238E27FC236}">
                <a16:creationId xmlns:a16="http://schemas.microsoft.com/office/drawing/2014/main" id="{65B16512-E178-4D5B-3C25-4D95B28F23BC}"/>
              </a:ext>
            </a:extLst>
          </p:cNvPr>
          <p:cNvSpPr/>
          <p:nvPr/>
        </p:nvSpPr>
        <p:spPr>
          <a:xfrm>
            <a:off x="1505013" y="6117336"/>
            <a:ext cx="339728" cy="19202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08" name="Rectangle: Rounded Corners 607">
            <a:extLst>
              <a:ext uri="{FF2B5EF4-FFF2-40B4-BE49-F238E27FC236}">
                <a16:creationId xmlns:a16="http://schemas.microsoft.com/office/drawing/2014/main" id="{5B8E42B8-9172-BF0B-3637-FE2349757A2D}"/>
              </a:ext>
            </a:extLst>
          </p:cNvPr>
          <p:cNvSpPr/>
          <p:nvPr/>
        </p:nvSpPr>
        <p:spPr>
          <a:xfrm>
            <a:off x="2433489"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09" name="Rectangle: Rounded Corners 608">
            <a:extLst>
              <a:ext uri="{FF2B5EF4-FFF2-40B4-BE49-F238E27FC236}">
                <a16:creationId xmlns:a16="http://schemas.microsoft.com/office/drawing/2014/main" id="{0D2E2CA1-C0D4-1857-E464-C756FFAFB04A}"/>
              </a:ext>
            </a:extLst>
          </p:cNvPr>
          <p:cNvSpPr/>
          <p:nvPr/>
        </p:nvSpPr>
        <p:spPr>
          <a:xfrm>
            <a:off x="8501553" y="4142231"/>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10" name="Rectangle: Rounded Corners 609">
            <a:extLst>
              <a:ext uri="{FF2B5EF4-FFF2-40B4-BE49-F238E27FC236}">
                <a16:creationId xmlns:a16="http://schemas.microsoft.com/office/drawing/2014/main" id="{0946ED8D-7C77-854F-A93D-FD9AF8FEED5A}"/>
              </a:ext>
            </a:extLst>
          </p:cNvPr>
          <p:cNvSpPr/>
          <p:nvPr/>
        </p:nvSpPr>
        <p:spPr>
          <a:xfrm>
            <a:off x="8497268" y="3796276"/>
            <a:ext cx="1268205" cy="2778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GRO</a:t>
            </a:r>
          </a:p>
        </p:txBody>
      </p:sp>
      <p:sp>
        <p:nvSpPr>
          <p:cNvPr id="612" name="Rectangle: Rounded Corners 611">
            <a:extLst>
              <a:ext uri="{FF2B5EF4-FFF2-40B4-BE49-F238E27FC236}">
                <a16:creationId xmlns:a16="http://schemas.microsoft.com/office/drawing/2014/main" id="{69D79DC1-4DA0-F70E-C2A9-166CE7D13A6A}"/>
              </a:ext>
            </a:extLst>
          </p:cNvPr>
          <p:cNvSpPr/>
          <p:nvPr/>
        </p:nvSpPr>
        <p:spPr>
          <a:xfrm>
            <a:off x="9430029"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13" name="Rectangle: Rounded Corners 612">
            <a:extLst>
              <a:ext uri="{FF2B5EF4-FFF2-40B4-BE49-F238E27FC236}">
                <a16:creationId xmlns:a16="http://schemas.microsoft.com/office/drawing/2014/main" id="{E1A8CE31-43E0-F3A8-F21C-EA1C0667EF7A}"/>
              </a:ext>
            </a:extLst>
          </p:cNvPr>
          <p:cNvSpPr/>
          <p:nvPr/>
        </p:nvSpPr>
        <p:spPr>
          <a:xfrm>
            <a:off x="8501553" y="436168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15" name="Rectangle: Rounded Corners 614">
            <a:extLst>
              <a:ext uri="{FF2B5EF4-FFF2-40B4-BE49-F238E27FC236}">
                <a16:creationId xmlns:a16="http://schemas.microsoft.com/office/drawing/2014/main" id="{F021AA03-096E-0644-9F63-A5B58DF76824}"/>
              </a:ext>
            </a:extLst>
          </p:cNvPr>
          <p:cNvSpPr/>
          <p:nvPr/>
        </p:nvSpPr>
        <p:spPr>
          <a:xfrm>
            <a:off x="9430029"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16" name="Rectangle: Rounded Corners 615">
            <a:extLst>
              <a:ext uri="{FF2B5EF4-FFF2-40B4-BE49-F238E27FC236}">
                <a16:creationId xmlns:a16="http://schemas.microsoft.com/office/drawing/2014/main" id="{B20F8866-1143-630F-2DFB-D0570F92E334}"/>
              </a:ext>
            </a:extLst>
          </p:cNvPr>
          <p:cNvSpPr/>
          <p:nvPr/>
        </p:nvSpPr>
        <p:spPr>
          <a:xfrm>
            <a:off x="8501553" y="458114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18" name="Rectangle: Rounded Corners 617">
            <a:extLst>
              <a:ext uri="{FF2B5EF4-FFF2-40B4-BE49-F238E27FC236}">
                <a16:creationId xmlns:a16="http://schemas.microsoft.com/office/drawing/2014/main" id="{AB37775E-C386-D51F-777F-785543C84B28}"/>
              </a:ext>
            </a:extLst>
          </p:cNvPr>
          <p:cNvSpPr/>
          <p:nvPr/>
        </p:nvSpPr>
        <p:spPr>
          <a:xfrm>
            <a:off x="9430029"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19" name="Rectangle: Rounded Corners 618">
            <a:extLst>
              <a:ext uri="{FF2B5EF4-FFF2-40B4-BE49-F238E27FC236}">
                <a16:creationId xmlns:a16="http://schemas.microsoft.com/office/drawing/2014/main" id="{46D70368-DC01-B4DA-D158-C9E656A46523}"/>
              </a:ext>
            </a:extLst>
          </p:cNvPr>
          <p:cNvSpPr/>
          <p:nvPr/>
        </p:nvSpPr>
        <p:spPr>
          <a:xfrm>
            <a:off x="8501553" y="480060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21" name="Rectangle: Rounded Corners 620">
            <a:extLst>
              <a:ext uri="{FF2B5EF4-FFF2-40B4-BE49-F238E27FC236}">
                <a16:creationId xmlns:a16="http://schemas.microsoft.com/office/drawing/2014/main" id="{8DFF1108-F76F-C553-3B5D-7BFFD773E1B8}"/>
              </a:ext>
            </a:extLst>
          </p:cNvPr>
          <p:cNvSpPr/>
          <p:nvPr/>
        </p:nvSpPr>
        <p:spPr>
          <a:xfrm>
            <a:off x="9430029"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22" name="Rectangle: Rounded Corners 621">
            <a:extLst>
              <a:ext uri="{FF2B5EF4-FFF2-40B4-BE49-F238E27FC236}">
                <a16:creationId xmlns:a16="http://schemas.microsoft.com/office/drawing/2014/main" id="{B0B5799B-0225-1E93-47E4-E73BCF243CAA}"/>
              </a:ext>
            </a:extLst>
          </p:cNvPr>
          <p:cNvSpPr/>
          <p:nvPr/>
        </p:nvSpPr>
        <p:spPr>
          <a:xfrm>
            <a:off x="8501553" y="502005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24" name="Rectangle: Rounded Corners 623">
            <a:extLst>
              <a:ext uri="{FF2B5EF4-FFF2-40B4-BE49-F238E27FC236}">
                <a16:creationId xmlns:a16="http://schemas.microsoft.com/office/drawing/2014/main" id="{D9C6B6C6-12F9-802D-E8B2-26ECABDE8B72}"/>
              </a:ext>
            </a:extLst>
          </p:cNvPr>
          <p:cNvSpPr/>
          <p:nvPr/>
        </p:nvSpPr>
        <p:spPr>
          <a:xfrm>
            <a:off x="9430029"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25" name="Rectangle: Rounded Corners 624">
            <a:extLst>
              <a:ext uri="{FF2B5EF4-FFF2-40B4-BE49-F238E27FC236}">
                <a16:creationId xmlns:a16="http://schemas.microsoft.com/office/drawing/2014/main" id="{5F061A97-A9CF-DF7D-2AAD-0F63E7CD9906}"/>
              </a:ext>
            </a:extLst>
          </p:cNvPr>
          <p:cNvSpPr/>
          <p:nvPr/>
        </p:nvSpPr>
        <p:spPr>
          <a:xfrm>
            <a:off x="8501553" y="5239512"/>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27" name="Rectangle: Rounded Corners 626">
            <a:extLst>
              <a:ext uri="{FF2B5EF4-FFF2-40B4-BE49-F238E27FC236}">
                <a16:creationId xmlns:a16="http://schemas.microsoft.com/office/drawing/2014/main" id="{30020219-061D-4917-24DD-6218474C59ED}"/>
              </a:ext>
            </a:extLst>
          </p:cNvPr>
          <p:cNvSpPr/>
          <p:nvPr/>
        </p:nvSpPr>
        <p:spPr>
          <a:xfrm>
            <a:off x="9430029"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28" name="Rectangle: Rounded Corners 627">
            <a:extLst>
              <a:ext uri="{FF2B5EF4-FFF2-40B4-BE49-F238E27FC236}">
                <a16:creationId xmlns:a16="http://schemas.microsoft.com/office/drawing/2014/main" id="{CD1CBBD3-74C2-3E2D-FCDB-7F9B11677D6D}"/>
              </a:ext>
            </a:extLst>
          </p:cNvPr>
          <p:cNvSpPr/>
          <p:nvPr/>
        </p:nvSpPr>
        <p:spPr>
          <a:xfrm>
            <a:off x="8501553" y="5458968"/>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30" name="Rectangle: Rounded Corners 629">
            <a:extLst>
              <a:ext uri="{FF2B5EF4-FFF2-40B4-BE49-F238E27FC236}">
                <a16:creationId xmlns:a16="http://schemas.microsoft.com/office/drawing/2014/main" id="{6B36AFFB-92D2-C9BD-4468-16C1427A2DB2}"/>
              </a:ext>
            </a:extLst>
          </p:cNvPr>
          <p:cNvSpPr/>
          <p:nvPr/>
        </p:nvSpPr>
        <p:spPr>
          <a:xfrm>
            <a:off x="9430029"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31" name="Rectangle: Rounded Corners 630">
            <a:extLst>
              <a:ext uri="{FF2B5EF4-FFF2-40B4-BE49-F238E27FC236}">
                <a16:creationId xmlns:a16="http://schemas.microsoft.com/office/drawing/2014/main" id="{A8891471-D922-A0EF-34F6-9EE54BD468B8}"/>
              </a:ext>
            </a:extLst>
          </p:cNvPr>
          <p:cNvSpPr/>
          <p:nvPr/>
        </p:nvSpPr>
        <p:spPr>
          <a:xfrm>
            <a:off x="8501553" y="5678424"/>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33" name="Rectangle: Rounded Corners 632">
            <a:extLst>
              <a:ext uri="{FF2B5EF4-FFF2-40B4-BE49-F238E27FC236}">
                <a16:creationId xmlns:a16="http://schemas.microsoft.com/office/drawing/2014/main" id="{0255525B-0435-A41B-363E-3294410C7DDE}"/>
              </a:ext>
            </a:extLst>
          </p:cNvPr>
          <p:cNvSpPr/>
          <p:nvPr/>
        </p:nvSpPr>
        <p:spPr>
          <a:xfrm>
            <a:off x="9430029"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34" name="Rectangle: Rounded Corners 633">
            <a:extLst>
              <a:ext uri="{FF2B5EF4-FFF2-40B4-BE49-F238E27FC236}">
                <a16:creationId xmlns:a16="http://schemas.microsoft.com/office/drawing/2014/main" id="{49F95AE4-124C-E047-8175-CB744AA0122A}"/>
              </a:ext>
            </a:extLst>
          </p:cNvPr>
          <p:cNvSpPr/>
          <p:nvPr/>
        </p:nvSpPr>
        <p:spPr>
          <a:xfrm>
            <a:off x="8501553" y="5897880"/>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36" name="Rectangle: Rounded Corners 635">
            <a:extLst>
              <a:ext uri="{FF2B5EF4-FFF2-40B4-BE49-F238E27FC236}">
                <a16:creationId xmlns:a16="http://schemas.microsoft.com/office/drawing/2014/main" id="{4258AAD1-E8A5-AB44-55F7-C8B8E66F77F3}"/>
              </a:ext>
            </a:extLst>
          </p:cNvPr>
          <p:cNvSpPr/>
          <p:nvPr/>
        </p:nvSpPr>
        <p:spPr>
          <a:xfrm>
            <a:off x="9430029"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37" name="Rectangle: Rounded Corners 636">
            <a:extLst>
              <a:ext uri="{FF2B5EF4-FFF2-40B4-BE49-F238E27FC236}">
                <a16:creationId xmlns:a16="http://schemas.microsoft.com/office/drawing/2014/main" id="{59D3A212-A170-66D8-AFB3-0A93DD73A637}"/>
              </a:ext>
            </a:extLst>
          </p:cNvPr>
          <p:cNvSpPr/>
          <p:nvPr/>
        </p:nvSpPr>
        <p:spPr>
          <a:xfrm>
            <a:off x="8501553" y="6117336"/>
            <a:ext cx="339728" cy="192024"/>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639" name="Rectangle: Rounded Corners 638">
            <a:extLst>
              <a:ext uri="{FF2B5EF4-FFF2-40B4-BE49-F238E27FC236}">
                <a16:creationId xmlns:a16="http://schemas.microsoft.com/office/drawing/2014/main" id="{4017CDE8-E1A4-7905-7545-9AB15018EF57}"/>
              </a:ext>
            </a:extLst>
          </p:cNvPr>
          <p:cNvSpPr/>
          <p:nvPr/>
        </p:nvSpPr>
        <p:spPr>
          <a:xfrm>
            <a:off x="9430029"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73" name="Rectangle: Rounded Corners 672">
            <a:extLst>
              <a:ext uri="{FF2B5EF4-FFF2-40B4-BE49-F238E27FC236}">
                <a16:creationId xmlns:a16="http://schemas.microsoft.com/office/drawing/2014/main" id="{0302C230-07B5-4FDF-193A-2FFB040DDA37}"/>
              </a:ext>
            </a:extLst>
          </p:cNvPr>
          <p:cNvSpPr/>
          <p:nvPr/>
        </p:nvSpPr>
        <p:spPr>
          <a:xfrm>
            <a:off x="1456690" y="3747431"/>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4" name="Rectangle: Rounded Corners 673">
            <a:extLst>
              <a:ext uri="{FF2B5EF4-FFF2-40B4-BE49-F238E27FC236}">
                <a16:creationId xmlns:a16="http://schemas.microsoft.com/office/drawing/2014/main" id="{4A825E1F-F8AA-1AA2-420C-2712B33E47CF}"/>
              </a:ext>
            </a:extLst>
          </p:cNvPr>
          <p:cNvSpPr/>
          <p:nvPr/>
        </p:nvSpPr>
        <p:spPr>
          <a:xfrm>
            <a:off x="2855469" y="3747431"/>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5" name="Rectangle: Rounded Corners 674">
            <a:extLst>
              <a:ext uri="{FF2B5EF4-FFF2-40B4-BE49-F238E27FC236}">
                <a16:creationId xmlns:a16="http://schemas.microsoft.com/office/drawing/2014/main" id="{ABA6BE5C-58CE-7AD9-325E-4636A9BCCEC2}"/>
              </a:ext>
            </a:extLst>
          </p:cNvPr>
          <p:cNvSpPr/>
          <p:nvPr/>
        </p:nvSpPr>
        <p:spPr>
          <a:xfrm>
            <a:off x="4251728" y="3747431"/>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6" name="Rectangle: Rounded Corners 675">
            <a:extLst>
              <a:ext uri="{FF2B5EF4-FFF2-40B4-BE49-F238E27FC236}">
                <a16:creationId xmlns:a16="http://schemas.microsoft.com/office/drawing/2014/main" id="{10E21576-6CE3-F3E5-B741-211F95AB1B86}"/>
              </a:ext>
            </a:extLst>
          </p:cNvPr>
          <p:cNvSpPr/>
          <p:nvPr/>
        </p:nvSpPr>
        <p:spPr>
          <a:xfrm>
            <a:off x="5652341" y="3737719"/>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7" name="Rectangle: Rounded Corners 676">
            <a:extLst>
              <a:ext uri="{FF2B5EF4-FFF2-40B4-BE49-F238E27FC236}">
                <a16:creationId xmlns:a16="http://schemas.microsoft.com/office/drawing/2014/main" id="{DDE9742E-7C9B-FA12-0D75-7E9752DD5FAE}"/>
              </a:ext>
            </a:extLst>
          </p:cNvPr>
          <p:cNvSpPr/>
          <p:nvPr/>
        </p:nvSpPr>
        <p:spPr>
          <a:xfrm>
            <a:off x="7049333" y="3747431"/>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8" name="Rectangle: Rounded Corners 677">
            <a:extLst>
              <a:ext uri="{FF2B5EF4-FFF2-40B4-BE49-F238E27FC236}">
                <a16:creationId xmlns:a16="http://schemas.microsoft.com/office/drawing/2014/main" id="{A9FF5F8C-6365-7AB7-DF06-06AB6E893599}"/>
              </a:ext>
            </a:extLst>
          </p:cNvPr>
          <p:cNvSpPr/>
          <p:nvPr/>
        </p:nvSpPr>
        <p:spPr>
          <a:xfrm>
            <a:off x="8449182" y="3737719"/>
            <a:ext cx="1364378" cy="264650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0" name="Rectangle: Rounded Corners 679">
            <a:extLst>
              <a:ext uri="{FF2B5EF4-FFF2-40B4-BE49-F238E27FC236}">
                <a16:creationId xmlns:a16="http://schemas.microsoft.com/office/drawing/2014/main" id="{E7E75FFF-DD3C-BBCB-A21B-6645BE00EF68}"/>
              </a:ext>
            </a:extLst>
          </p:cNvPr>
          <p:cNvSpPr/>
          <p:nvPr/>
        </p:nvSpPr>
        <p:spPr>
          <a:xfrm>
            <a:off x="1969251"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1" name="Rectangle: Rounded Corners 680">
            <a:extLst>
              <a:ext uri="{FF2B5EF4-FFF2-40B4-BE49-F238E27FC236}">
                <a16:creationId xmlns:a16="http://schemas.microsoft.com/office/drawing/2014/main" id="{1D63C3E9-A564-C2EA-C58B-799DE2C2E871}"/>
              </a:ext>
            </a:extLst>
          </p:cNvPr>
          <p:cNvSpPr/>
          <p:nvPr/>
        </p:nvSpPr>
        <p:spPr>
          <a:xfrm>
            <a:off x="1969251"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2" name="Rectangle: Rounded Corners 681">
            <a:extLst>
              <a:ext uri="{FF2B5EF4-FFF2-40B4-BE49-F238E27FC236}">
                <a16:creationId xmlns:a16="http://schemas.microsoft.com/office/drawing/2014/main" id="{0DE6E6C2-C810-9F88-DBEF-E3DFC24FF36F}"/>
              </a:ext>
            </a:extLst>
          </p:cNvPr>
          <p:cNvSpPr/>
          <p:nvPr/>
        </p:nvSpPr>
        <p:spPr>
          <a:xfrm>
            <a:off x="1969251"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3" name="Rectangle: Rounded Corners 682">
            <a:extLst>
              <a:ext uri="{FF2B5EF4-FFF2-40B4-BE49-F238E27FC236}">
                <a16:creationId xmlns:a16="http://schemas.microsoft.com/office/drawing/2014/main" id="{56B13766-9CB0-FC3F-A9E3-4D3EEE0CA46E}"/>
              </a:ext>
            </a:extLst>
          </p:cNvPr>
          <p:cNvSpPr/>
          <p:nvPr/>
        </p:nvSpPr>
        <p:spPr>
          <a:xfrm>
            <a:off x="1969251" y="478156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4" name="Rectangle: Rounded Corners 683">
            <a:extLst>
              <a:ext uri="{FF2B5EF4-FFF2-40B4-BE49-F238E27FC236}">
                <a16:creationId xmlns:a16="http://schemas.microsoft.com/office/drawing/2014/main" id="{125CCC87-4810-9890-51D5-ED7473D4EDD6}"/>
              </a:ext>
            </a:extLst>
          </p:cNvPr>
          <p:cNvSpPr/>
          <p:nvPr/>
        </p:nvSpPr>
        <p:spPr>
          <a:xfrm>
            <a:off x="1969251"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5" name="Rectangle: Rounded Corners 684">
            <a:extLst>
              <a:ext uri="{FF2B5EF4-FFF2-40B4-BE49-F238E27FC236}">
                <a16:creationId xmlns:a16="http://schemas.microsoft.com/office/drawing/2014/main" id="{270FF30F-90D5-6157-0465-1F3346B2FD1E}"/>
              </a:ext>
            </a:extLst>
          </p:cNvPr>
          <p:cNvSpPr/>
          <p:nvPr/>
        </p:nvSpPr>
        <p:spPr>
          <a:xfrm>
            <a:off x="1969251"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6" name="Rectangle: Rounded Corners 685">
            <a:extLst>
              <a:ext uri="{FF2B5EF4-FFF2-40B4-BE49-F238E27FC236}">
                <a16:creationId xmlns:a16="http://schemas.microsoft.com/office/drawing/2014/main" id="{E50625B9-80BE-2775-155E-0429C6DF6A86}"/>
              </a:ext>
            </a:extLst>
          </p:cNvPr>
          <p:cNvSpPr/>
          <p:nvPr/>
        </p:nvSpPr>
        <p:spPr>
          <a:xfrm>
            <a:off x="1969251"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7" name="Rectangle: Rounded Corners 686">
            <a:extLst>
              <a:ext uri="{FF2B5EF4-FFF2-40B4-BE49-F238E27FC236}">
                <a16:creationId xmlns:a16="http://schemas.microsoft.com/office/drawing/2014/main" id="{FF451CFE-AC8A-60FC-C67A-21785752D3D1}"/>
              </a:ext>
            </a:extLst>
          </p:cNvPr>
          <p:cNvSpPr/>
          <p:nvPr/>
        </p:nvSpPr>
        <p:spPr>
          <a:xfrm>
            <a:off x="1969251"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8" name="Rectangle: Rounded Corners 687">
            <a:extLst>
              <a:ext uri="{FF2B5EF4-FFF2-40B4-BE49-F238E27FC236}">
                <a16:creationId xmlns:a16="http://schemas.microsoft.com/office/drawing/2014/main" id="{25B70A46-419D-D671-18AD-24B3CF1505FB}"/>
              </a:ext>
            </a:extLst>
          </p:cNvPr>
          <p:cNvSpPr/>
          <p:nvPr/>
        </p:nvSpPr>
        <p:spPr>
          <a:xfrm>
            <a:off x="1969251"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89" name="Rectangle: Rounded Corners 688">
            <a:extLst>
              <a:ext uri="{FF2B5EF4-FFF2-40B4-BE49-F238E27FC236}">
                <a16:creationId xmlns:a16="http://schemas.microsoft.com/office/drawing/2014/main" id="{6BA943A1-3A75-999A-E7EB-F3DA65558AB1}"/>
              </a:ext>
            </a:extLst>
          </p:cNvPr>
          <p:cNvSpPr/>
          <p:nvPr/>
        </p:nvSpPr>
        <p:spPr>
          <a:xfrm>
            <a:off x="1969251"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0" name="Rectangle: Rounded Corners 689">
            <a:extLst>
              <a:ext uri="{FF2B5EF4-FFF2-40B4-BE49-F238E27FC236}">
                <a16:creationId xmlns:a16="http://schemas.microsoft.com/office/drawing/2014/main" id="{91682FE2-4590-AB44-CD6B-EA290CDC0853}"/>
              </a:ext>
            </a:extLst>
          </p:cNvPr>
          <p:cNvSpPr/>
          <p:nvPr/>
        </p:nvSpPr>
        <p:spPr>
          <a:xfrm>
            <a:off x="3370650"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1" name="Rectangle: Rounded Corners 690">
            <a:extLst>
              <a:ext uri="{FF2B5EF4-FFF2-40B4-BE49-F238E27FC236}">
                <a16:creationId xmlns:a16="http://schemas.microsoft.com/office/drawing/2014/main" id="{9BAE0263-2167-4F92-4772-775FE5040751}"/>
              </a:ext>
            </a:extLst>
          </p:cNvPr>
          <p:cNvSpPr/>
          <p:nvPr/>
        </p:nvSpPr>
        <p:spPr>
          <a:xfrm>
            <a:off x="3370650"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2" name="Rectangle: Rounded Corners 691">
            <a:extLst>
              <a:ext uri="{FF2B5EF4-FFF2-40B4-BE49-F238E27FC236}">
                <a16:creationId xmlns:a16="http://schemas.microsoft.com/office/drawing/2014/main" id="{13AA25F7-5189-F128-41B2-0E8F4D2C65D3}"/>
              </a:ext>
            </a:extLst>
          </p:cNvPr>
          <p:cNvSpPr/>
          <p:nvPr/>
        </p:nvSpPr>
        <p:spPr>
          <a:xfrm>
            <a:off x="3370650"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3" name="Rectangle: Rounded Corners 692">
            <a:extLst>
              <a:ext uri="{FF2B5EF4-FFF2-40B4-BE49-F238E27FC236}">
                <a16:creationId xmlns:a16="http://schemas.microsoft.com/office/drawing/2014/main" id="{21D08E3A-F4D7-4643-4347-26D641B85AE1}"/>
              </a:ext>
            </a:extLst>
          </p:cNvPr>
          <p:cNvSpPr/>
          <p:nvPr/>
        </p:nvSpPr>
        <p:spPr>
          <a:xfrm>
            <a:off x="3370650"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4" name="Rectangle: Rounded Corners 693">
            <a:extLst>
              <a:ext uri="{FF2B5EF4-FFF2-40B4-BE49-F238E27FC236}">
                <a16:creationId xmlns:a16="http://schemas.microsoft.com/office/drawing/2014/main" id="{82508800-13A8-4D8D-F228-D054067948B1}"/>
              </a:ext>
            </a:extLst>
          </p:cNvPr>
          <p:cNvSpPr/>
          <p:nvPr/>
        </p:nvSpPr>
        <p:spPr>
          <a:xfrm>
            <a:off x="3370650"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5" name="Rectangle: Rounded Corners 694">
            <a:extLst>
              <a:ext uri="{FF2B5EF4-FFF2-40B4-BE49-F238E27FC236}">
                <a16:creationId xmlns:a16="http://schemas.microsoft.com/office/drawing/2014/main" id="{9B6806AF-C238-3F86-7920-CD3FB50ECC32}"/>
              </a:ext>
            </a:extLst>
          </p:cNvPr>
          <p:cNvSpPr/>
          <p:nvPr/>
        </p:nvSpPr>
        <p:spPr>
          <a:xfrm>
            <a:off x="3370650"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6" name="Rectangle: Rounded Corners 695">
            <a:extLst>
              <a:ext uri="{FF2B5EF4-FFF2-40B4-BE49-F238E27FC236}">
                <a16:creationId xmlns:a16="http://schemas.microsoft.com/office/drawing/2014/main" id="{DE68B198-52B3-7EB0-7D3D-1B85167FB7B7}"/>
              </a:ext>
            </a:extLst>
          </p:cNvPr>
          <p:cNvSpPr/>
          <p:nvPr/>
        </p:nvSpPr>
        <p:spPr>
          <a:xfrm>
            <a:off x="3370650"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7" name="Rectangle: Rounded Corners 696">
            <a:extLst>
              <a:ext uri="{FF2B5EF4-FFF2-40B4-BE49-F238E27FC236}">
                <a16:creationId xmlns:a16="http://schemas.microsoft.com/office/drawing/2014/main" id="{41363F91-483C-7FD4-DE52-51C3E4BF894C}"/>
              </a:ext>
            </a:extLst>
          </p:cNvPr>
          <p:cNvSpPr/>
          <p:nvPr/>
        </p:nvSpPr>
        <p:spPr>
          <a:xfrm>
            <a:off x="3370650"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8" name="Rectangle: Rounded Corners 697">
            <a:extLst>
              <a:ext uri="{FF2B5EF4-FFF2-40B4-BE49-F238E27FC236}">
                <a16:creationId xmlns:a16="http://schemas.microsoft.com/office/drawing/2014/main" id="{360A6FAB-E916-6303-79A2-E738B8C73638}"/>
              </a:ext>
            </a:extLst>
          </p:cNvPr>
          <p:cNvSpPr/>
          <p:nvPr/>
        </p:nvSpPr>
        <p:spPr>
          <a:xfrm>
            <a:off x="3370650"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699" name="Rectangle: Rounded Corners 698">
            <a:extLst>
              <a:ext uri="{FF2B5EF4-FFF2-40B4-BE49-F238E27FC236}">
                <a16:creationId xmlns:a16="http://schemas.microsoft.com/office/drawing/2014/main" id="{8D9AD4E4-3E33-4130-301C-5D8FFB1B079E}"/>
              </a:ext>
            </a:extLst>
          </p:cNvPr>
          <p:cNvSpPr/>
          <p:nvPr/>
        </p:nvSpPr>
        <p:spPr>
          <a:xfrm>
            <a:off x="3370650"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0" name="Rectangle: Rounded Corners 699">
            <a:extLst>
              <a:ext uri="{FF2B5EF4-FFF2-40B4-BE49-F238E27FC236}">
                <a16:creationId xmlns:a16="http://schemas.microsoft.com/office/drawing/2014/main" id="{050B0C85-F7F8-A05B-2799-BB9ADDBC837A}"/>
              </a:ext>
            </a:extLst>
          </p:cNvPr>
          <p:cNvSpPr/>
          <p:nvPr/>
        </p:nvSpPr>
        <p:spPr>
          <a:xfrm>
            <a:off x="4766241"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1" name="Rectangle: Rounded Corners 700">
            <a:extLst>
              <a:ext uri="{FF2B5EF4-FFF2-40B4-BE49-F238E27FC236}">
                <a16:creationId xmlns:a16="http://schemas.microsoft.com/office/drawing/2014/main" id="{CF424AF0-B641-FAFF-96AC-83457ED329E8}"/>
              </a:ext>
            </a:extLst>
          </p:cNvPr>
          <p:cNvSpPr/>
          <p:nvPr/>
        </p:nvSpPr>
        <p:spPr>
          <a:xfrm>
            <a:off x="4764813"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2" name="Rectangle: Rounded Corners 701">
            <a:extLst>
              <a:ext uri="{FF2B5EF4-FFF2-40B4-BE49-F238E27FC236}">
                <a16:creationId xmlns:a16="http://schemas.microsoft.com/office/drawing/2014/main" id="{9BF3FE6B-A9F1-2F58-7503-8A73E3CFA52C}"/>
              </a:ext>
            </a:extLst>
          </p:cNvPr>
          <p:cNvSpPr/>
          <p:nvPr/>
        </p:nvSpPr>
        <p:spPr>
          <a:xfrm>
            <a:off x="4766241"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3" name="Rectangle: Rounded Corners 702">
            <a:extLst>
              <a:ext uri="{FF2B5EF4-FFF2-40B4-BE49-F238E27FC236}">
                <a16:creationId xmlns:a16="http://schemas.microsoft.com/office/drawing/2014/main" id="{D202A71A-402A-9DD2-8275-1981E846B650}"/>
              </a:ext>
            </a:extLst>
          </p:cNvPr>
          <p:cNvSpPr/>
          <p:nvPr/>
        </p:nvSpPr>
        <p:spPr>
          <a:xfrm>
            <a:off x="4764813"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4" name="Rectangle: Rounded Corners 703">
            <a:extLst>
              <a:ext uri="{FF2B5EF4-FFF2-40B4-BE49-F238E27FC236}">
                <a16:creationId xmlns:a16="http://schemas.microsoft.com/office/drawing/2014/main" id="{AC8ABA8A-2C6E-6E4A-6AD7-4F40962C91F8}"/>
              </a:ext>
            </a:extLst>
          </p:cNvPr>
          <p:cNvSpPr/>
          <p:nvPr/>
        </p:nvSpPr>
        <p:spPr>
          <a:xfrm>
            <a:off x="4764813"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5" name="Rectangle: Rounded Corners 704">
            <a:extLst>
              <a:ext uri="{FF2B5EF4-FFF2-40B4-BE49-F238E27FC236}">
                <a16:creationId xmlns:a16="http://schemas.microsoft.com/office/drawing/2014/main" id="{5788C1FD-2BEA-3589-762B-2A7ADE9A4E85}"/>
              </a:ext>
            </a:extLst>
          </p:cNvPr>
          <p:cNvSpPr/>
          <p:nvPr/>
        </p:nvSpPr>
        <p:spPr>
          <a:xfrm>
            <a:off x="4763385"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6" name="Rectangle: Rounded Corners 705">
            <a:extLst>
              <a:ext uri="{FF2B5EF4-FFF2-40B4-BE49-F238E27FC236}">
                <a16:creationId xmlns:a16="http://schemas.microsoft.com/office/drawing/2014/main" id="{E8EFB027-0EA1-1914-B805-E7E389930F5F}"/>
              </a:ext>
            </a:extLst>
          </p:cNvPr>
          <p:cNvSpPr/>
          <p:nvPr/>
        </p:nvSpPr>
        <p:spPr>
          <a:xfrm>
            <a:off x="4764813"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7" name="Rectangle: Rounded Corners 706">
            <a:extLst>
              <a:ext uri="{FF2B5EF4-FFF2-40B4-BE49-F238E27FC236}">
                <a16:creationId xmlns:a16="http://schemas.microsoft.com/office/drawing/2014/main" id="{F52594A6-C8FF-1EFF-3FEC-077307146520}"/>
              </a:ext>
            </a:extLst>
          </p:cNvPr>
          <p:cNvSpPr/>
          <p:nvPr/>
        </p:nvSpPr>
        <p:spPr>
          <a:xfrm>
            <a:off x="4763385"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8" name="Rectangle: Rounded Corners 707">
            <a:extLst>
              <a:ext uri="{FF2B5EF4-FFF2-40B4-BE49-F238E27FC236}">
                <a16:creationId xmlns:a16="http://schemas.microsoft.com/office/drawing/2014/main" id="{590365E2-9113-2597-5570-464897486E3A}"/>
              </a:ext>
            </a:extLst>
          </p:cNvPr>
          <p:cNvSpPr/>
          <p:nvPr/>
        </p:nvSpPr>
        <p:spPr>
          <a:xfrm>
            <a:off x="4763385"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09" name="Rectangle: Rounded Corners 708">
            <a:extLst>
              <a:ext uri="{FF2B5EF4-FFF2-40B4-BE49-F238E27FC236}">
                <a16:creationId xmlns:a16="http://schemas.microsoft.com/office/drawing/2014/main" id="{9B7EB4F9-690B-3C40-4AB2-7FA581496973}"/>
              </a:ext>
            </a:extLst>
          </p:cNvPr>
          <p:cNvSpPr/>
          <p:nvPr/>
        </p:nvSpPr>
        <p:spPr>
          <a:xfrm>
            <a:off x="4761957"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0" name="Rectangle: Rounded Corners 709">
            <a:extLst>
              <a:ext uri="{FF2B5EF4-FFF2-40B4-BE49-F238E27FC236}">
                <a16:creationId xmlns:a16="http://schemas.microsoft.com/office/drawing/2014/main" id="{05877FF8-5476-9788-B683-79CD5A1EEFC9}"/>
              </a:ext>
            </a:extLst>
          </p:cNvPr>
          <p:cNvSpPr/>
          <p:nvPr/>
        </p:nvSpPr>
        <p:spPr>
          <a:xfrm>
            <a:off x="6160625"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1" name="Rectangle: Rounded Corners 710">
            <a:extLst>
              <a:ext uri="{FF2B5EF4-FFF2-40B4-BE49-F238E27FC236}">
                <a16:creationId xmlns:a16="http://schemas.microsoft.com/office/drawing/2014/main" id="{565BB7F6-ED76-2978-A54E-8BB8495DE036}"/>
              </a:ext>
            </a:extLst>
          </p:cNvPr>
          <p:cNvSpPr/>
          <p:nvPr/>
        </p:nvSpPr>
        <p:spPr>
          <a:xfrm>
            <a:off x="6160625"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2" name="Rectangle: Rounded Corners 711">
            <a:extLst>
              <a:ext uri="{FF2B5EF4-FFF2-40B4-BE49-F238E27FC236}">
                <a16:creationId xmlns:a16="http://schemas.microsoft.com/office/drawing/2014/main" id="{A2BC6530-9C38-2C9E-8613-216403B4273D}"/>
              </a:ext>
            </a:extLst>
          </p:cNvPr>
          <p:cNvSpPr/>
          <p:nvPr/>
        </p:nvSpPr>
        <p:spPr>
          <a:xfrm>
            <a:off x="6160625"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3" name="Rectangle: Rounded Corners 712">
            <a:extLst>
              <a:ext uri="{FF2B5EF4-FFF2-40B4-BE49-F238E27FC236}">
                <a16:creationId xmlns:a16="http://schemas.microsoft.com/office/drawing/2014/main" id="{2C88EC67-CAD6-6ECA-DCBF-6634D592BC84}"/>
              </a:ext>
            </a:extLst>
          </p:cNvPr>
          <p:cNvSpPr/>
          <p:nvPr/>
        </p:nvSpPr>
        <p:spPr>
          <a:xfrm>
            <a:off x="6160625"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4" name="Rectangle: Rounded Corners 713">
            <a:extLst>
              <a:ext uri="{FF2B5EF4-FFF2-40B4-BE49-F238E27FC236}">
                <a16:creationId xmlns:a16="http://schemas.microsoft.com/office/drawing/2014/main" id="{51AA76BB-2622-539C-F0E2-3663FC0E06B5}"/>
              </a:ext>
            </a:extLst>
          </p:cNvPr>
          <p:cNvSpPr/>
          <p:nvPr/>
        </p:nvSpPr>
        <p:spPr>
          <a:xfrm>
            <a:off x="6160625"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5" name="Rectangle: Rounded Corners 714">
            <a:extLst>
              <a:ext uri="{FF2B5EF4-FFF2-40B4-BE49-F238E27FC236}">
                <a16:creationId xmlns:a16="http://schemas.microsoft.com/office/drawing/2014/main" id="{6274C06A-C0E1-77F6-C0B2-AA97119E4978}"/>
              </a:ext>
            </a:extLst>
          </p:cNvPr>
          <p:cNvSpPr/>
          <p:nvPr/>
        </p:nvSpPr>
        <p:spPr>
          <a:xfrm>
            <a:off x="6160625"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6" name="Rectangle: Rounded Corners 715">
            <a:extLst>
              <a:ext uri="{FF2B5EF4-FFF2-40B4-BE49-F238E27FC236}">
                <a16:creationId xmlns:a16="http://schemas.microsoft.com/office/drawing/2014/main" id="{0855B953-1A76-E0A7-E86D-1AA1F61EA9CD}"/>
              </a:ext>
            </a:extLst>
          </p:cNvPr>
          <p:cNvSpPr/>
          <p:nvPr/>
        </p:nvSpPr>
        <p:spPr>
          <a:xfrm>
            <a:off x="6160625"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7" name="Rectangle: Rounded Corners 716">
            <a:extLst>
              <a:ext uri="{FF2B5EF4-FFF2-40B4-BE49-F238E27FC236}">
                <a16:creationId xmlns:a16="http://schemas.microsoft.com/office/drawing/2014/main" id="{ED5E3EC2-0326-AD24-0707-22EFCCBFB155}"/>
              </a:ext>
            </a:extLst>
          </p:cNvPr>
          <p:cNvSpPr/>
          <p:nvPr/>
        </p:nvSpPr>
        <p:spPr>
          <a:xfrm>
            <a:off x="6160625"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8" name="Rectangle: Rounded Corners 717">
            <a:extLst>
              <a:ext uri="{FF2B5EF4-FFF2-40B4-BE49-F238E27FC236}">
                <a16:creationId xmlns:a16="http://schemas.microsoft.com/office/drawing/2014/main" id="{A36730B7-2D22-1A79-7BC8-017D98EF5E29}"/>
              </a:ext>
            </a:extLst>
          </p:cNvPr>
          <p:cNvSpPr/>
          <p:nvPr/>
        </p:nvSpPr>
        <p:spPr>
          <a:xfrm>
            <a:off x="6160625"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19" name="Rectangle: Rounded Corners 718">
            <a:extLst>
              <a:ext uri="{FF2B5EF4-FFF2-40B4-BE49-F238E27FC236}">
                <a16:creationId xmlns:a16="http://schemas.microsoft.com/office/drawing/2014/main" id="{14DBA2B7-EA3E-1331-9646-7233E579F308}"/>
              </a:ext>
            </a:extLst>
          </p:cNvPr>
          <p:cNvSpPr/>
          <p:nvPr/>
        </p:nvSpPr>
        <p:spPr>
          <a:xfrm>
            <a:off x="6160625"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0" name="Rectangle: Rounded Corners 719">
            <a:extLst>
              <a:ext uri="{FF2B5EF4-FFF2-40B4-BE49-F238E27FC236}">
                <a16:creationId xmlns:a16="http://schemas.microsoft.com/office/drawing/2014/main" id="{3BB7348E-17F4-21CB-20A3-C160C96F7526}"/>
              </a:ext>
            </a:extLst>
          </p:cNvPr>
          <p:cNvSpPr/>
          <p:nvPr/>
        </p:nvSpPr>
        <p:spPr>
          <a:xfrm>
            <a:off x="7566036"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1" name="Rectangle: Rounded Corners 720">
            <a:extLst>
              <a:ext uri="{FF2B5EF4-FFF2-40B4-BE49-F238E27FC236}">
                <a16:creationId xmlns:a16="http://schemas.microsoft.com/office/drawing/2014/main" id="{D194210E-8873-B1FB-AA47-F754D1EDC807}"/>
              </a:ext>
            </a:extLst>
          </p:cNvPr>
          <p:cNvSpPr/>
          <p:nvPr/>
        </p:nvSpPr>
        <p:spPr>
          <a:xfrm>
            <a:off x="7566036"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2" name="Rectangle: Rounded Corners 721">
            <a:extLst>
              <a:ext uri="{FF2B5EF4-FFF2-40B4-BE49-F238E27FC236}">
                <a16:creationId xmlns:a16="http://schemas.microsoft.com/office/drawing/2014/main" id="{99B9E381-944E-3F72-6D49-F9FCE9DC2C31}"/>
              </a:ext>
            </a:extLst>
          </p:cNvPr>
          <p:cNvSpPr/>
          <p:nvPr/>
        </p:nvSpPr>
        <p:spPr>
          <a:xfrm>
            <a:off x="7566036"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3" name="Rectangle: Rounded Corners 722">
            <a:extLst>
              <a:ext uri="{FF2B5EF4-FFF2-40B4-BE49-F238E27FC236}">
                <a16:creationId xmlns:a16="http://schemas.microsoft.com/office/drawing/2014/main" id="{7658117C-FF0A-45C1-DC11-65894D244CE0}"/>
              </a:ext>
            </a:extLst>
          </p:cNvPr>
          <p:cNvSpPr/>
          <p:nvPr/>
        </p:nvSpPr>
        <p:spPr>
          <a:xfrm>
            <a:off x="7566036"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4" name="Rectangle: Rounded Corners 723">
            <a:extLst>
              <a:ext uri="{FF2B5EF4-FFF2-40B4-BE49-F238E27FC236}">
                <a16:creationId xmlns:a16="http://schemas.microsoft.com/office/drawing/2014/main" id="{89CD2AB4-69AC-2D38-876C-4ACDC9677C65}"/>
              </a:ext>
            </a:extLst>
          </p:cNvPr>
          <p:cNvSpPr/>
          <p:nvPr/>
        </p:nvSpPr>
        <p:spPr>
          <a:xfrm>
            <a:off x="7566036"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5" name="Rectangle: Rounded Corners 724">
            <a:extLst>
              <a:ext uri="{FF2B5EF4-FFF2-40B4-BE49-F238E27FC236}">
                <a16:creationId xmlns:a16="http://schemas.microsoft.com/office/drawing/2014/main" id="{96E13B7C-5850-3878-33F4-FEC2666C7CE2}"/>
              </a:ext>
            </a:extLst>
          </p:cNvPr>
          <p:cNvSpPr/>
          <p:nvPr/>
        </p:nvSpPr>
        <p:spPr>
          <a:xfrm>
            <a:off x="7566036"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6" name="Rectangle: Rounded Corners 725">
            <a:extLst>
              <a:ext uri="{FF2B5EF4-FFF2-40B4-BE49-F238E27FC236}">
                <a16:creationId xmlns:a16="http://schemas.microsoft.com/office/drawing/2014/main" id="{35FD2ECE-DA69-7A20-FD5F-FE6F79ED5209}"/>
              </a:ext>
            </a:extLst>
          </p:cNvPr>
          <p:cNvSpPr/>
          <p:nvPr/>
        </p:nvSpPr>
        <p:spPr>
          <a:xfrm>
            <a:off x="7566036"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7" name="Rectangle: Rounded Corners 726">
            <a:extLst>
              <a:ext uri="{FF2B5EF4-FFF2-40B4-BE49-F238E27FC236}">
                <a16:creationId xmlns:a16="http://schemas.microsoft.com/office/drawing/2014/main" id="{197D3F23-A338-ADEF-E707-66E799F904C5}"/>
              </a:ext>
            </a:extLst>
          </p:cNvPr>
          <p:cNvSpPr/>
          <p:nvPr/>
        </p:nvSpPr>
        <p:spPr>
          <a:xfrm>
            <a:off x="7566036"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8" name="Rectangle: Rounded Corners 727">
            <a:extLst>
              <a:ext uri="{FF2B5EF4-FFF2-40B4-BE49-F238E27FC236}">
                <a16:creationId xmlns:a16="http://schemas.microsoft.com/office/drawing/2014/main" id="{B606D2DE-D5C4-B532-BBB6-64543C8915E0}"/>
              </a:ext>
            </a:extLst>
          </p:cNvPr>
          <p:cNvSpPr/>
          <p:nvPr/>
        </p:nvSpPr>
        <p:spPr>
          <a:xfrm>
            <a:off x="7566036"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29" name="Rectangle: Rounded Corners 728">
            <a:extLst>
              <a:ext uri="{FF2B5EF4-FFF2-40B4-BE49-F238E27FC236}">
                <a16:creationId xmlns:a16="http://schemas.microsoft.com/office/drawing/2014/main" id="{57CD190E-07AA-6166-2D6F-D35A59EAE0CD}"/>
              </a:ext>
            </a:extLst>
          </p:cNvPr>
          <p:cNvSpPr/>
          <p:nvPr/>
        </p:nvSpPr>
        <p:spPr>
          <a:xfrm>
            <a:off x="7566036"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0" name="Rectangle: Rounded Corners 729">
            <a:extLst>
              <a:ext uri="{FF2B5EF4-FFF2-40B4-BE49-F238E27FC236}">
                <a16:creationId xmlns:a16="http://schemas.microsoft.com/office/drawing/2014/main" id="{13B87B0E-EC5D-CD38-D733-F5C313C23107}"/>
              </a:ext>
            </a:extLst>
          </p:cNvPr>
          <p:cNvSpPr/>
          <p:nvPr/>
        </p:nvSpPr>
        <p:spPr>
          <a:xfrm>
            <a:off x="8967392" y="4142231"/>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1" name="Rectangle: Rounded Corners 730">
            <a:extLst>
              <a:ext uri="{FF2B5EF4-FFF2-40B4-BE49-F238E27FC236}">
                <a16:creationId xmlns:a16="http://schemas.microsoft.com/office/drawing/2014/main" id="{A17BA64F-3C65-72CB-F22C-894F98C184EE}"/>
              </a:ext>
            </a:extLst>
          </p:cNvPr>
          <p:cNvSpPr/>
          <p:nvPr/>
        </p:nvSpPr>
        <p:spPr>
          <a:xfrm>
            <a:off x="8967392" y="436168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2" name="Rectangle: Rounded Corners 731">
            <a:extLst>
              <a:ext uri="{FF2B5EF4-FFF2-40B4-BE49-F238E27FC236}">
                <a16:creationId xmlns:a16="http://schemas.microsoft.com/office/drawing/2014/main" id="{CF13C68F-9001-B503-EDF0-E0F1A5566B3F}"/>
              </a:ext>
            </a:extLst>
          </p:cNvPr>
          <p:cNvSpPr/>
          <p:nvPr/>
        </p:nvSpPr>
        <p:spPr>
          <a:xfrm>
            <a:off x="8967392" y="458114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3" name="Rectangle: Rounded Corners 732">
            <a:extLst>
              <a:ext uri="{FF2B5EF4-FFF2-40B4-BE49-F238E27FC236}">
                <a16:creationId xmlns:a16="http://schemas.microsoft.com/office/drawing/2014/main" id="{96C8C762-9145-42C0-E10F-F2F2FD2F60D1}"/>
              </a:ext>
            </a:extLst>
          </p:cNvPr>
          <p:cNvSpPr/>
          <p:nvPr/>
        </p:nvSpPr>
        <p:spPr>
          <a:xfrm>
            <a:off x="8967392" y="480060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4" name="Rectangle: Rounded Corners 733">
            <a:extLst>
              <a:ext uri="{FF2B5EF4-FFF2-40B4-BE49-F238E27FC236}">
                <a16:creationId xmlns:a16="http://schemas.microsoft.com/office/drawing/2014/main" id="{C320AD3A-3926-5B04-45A8-50E19F89D898}"/>
              </a:ext>
            </a:extLst>
          </p:cNvPr>
          <p:cNvSpPr/>
          <p:nvPr/>
        </p:nvSpPr>
        <p:spPr>
          <a:xfrm>
            <a:off x="8967392" y="502005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5" name="Rectangle: Rounded Corners 734">
            <a:extLst>
              <a:ext uri="{FF2B5EF4-FFF2-40B4-BE49-F238E27FC236}">
                <a16:creationId xmlns:a16="http://schemas.microsoft.com/office/drawing/2014/main" id="{C48D00F5-8DFE-1D4D-910C-DDA50CDE8B71}"/>
              </a:ext>
            </a:extLst>
          </p:cNvPr>
          <p:cNvSpPr/>
          <p:nvPr/>
        </p:nvSpPr>
        <p:spPr>
          <a:xfrm>
            <a:off x="8967392" y="523951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6" name="Rectangle: Rounded Corners 735">
            <a:extLst>
              <a:ext uri="{FF2B5EF4-FFF2-40B4-BE49-F238E27FC236}">
                <a16:creationId xmlns:a16="http://schemas.microsoft.com/office/drawing/2014/main" id="{0537FD4D-1AB0-5FD0-A62A-A50EA69420C0}"/>
              </a:ext>
            </a:extLst>
          </p:cNvPr>
          <p:cNvSpPr/>
          <p:nvPr/>
        </p:nvSpPr>
        <p:spPr>
          <a:xfrm>
            <a:off x="8967392" y="5458968"/>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7" name="Rectangle: Rounded Corners 736">
            <a:extLst>
              <a:ext uri="{FF2B5EF4-FFF2-40B4-BE49-F238E27FC236}">
                <a16:creationId xmlns:a16="http://schemas.microsoft.com/office/drawing/2014/main" id="{67CD1A96-83D4-E731-DBC2-74E827D7779D}"/>
              </a:ext>
            </a:extLst>
          </p:cNvPr>
          <p:cNvSpPr/>
          <p:nvPr/>
        </p:nvSpPr>
        <p:spPr>
          <a:xfrm>
            <a:off x="8967392" y="5678424"/>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8" name="Rectangle: Rounded Corners 737">
            <a:extLst>
              <a:ext uri="{FF2B5EF4-FFF2-40B4-BE49-F238E27FC236}">
                <a16:creationId xmlns:a16="http://schemas.microsoft.com/office/drawing/2014/main" id="{67CA40CB-3A3A-2509-839F-7C8E97A99BD2}"/>
              </a:ext>
            </a:extLst>
          </p:cNvPr>
          <p:cNvSpPr/>
          <p:nvPr/>
        </p:nvSpPr>
        <p:spPr>
          <a:xfrm>
            <a:off x="8967392" y="5897880"/>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39" name="Rectangle: Rounded Corners 738">
            <a:extLst>
              <a:ext uri="{FF2B5EF4-FFF2-40B4-BE49-F238E27FC236}">
                <a16:creationId xmlns:a16="http://schemas.microsoft.com/office/drawing/2014/main" id="{0C862648-1A43-9E0B-4221-09F59A647CE9}"/>
              </a:ext>
            </a:extLst>
          </p:cNvPr>
          <p:cNvSpPr/>
          <p:nvPr/>
        </p:nvSpPr>
        <p:spPr>
          <a:xfrm>
            <a:off x="8967392" y="6117336"/>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46" name="Rectangle: Rounded Corners 745">
            <a:extLst>
              <a:ext uri="{FF2B5EF4-FFF2-40B4-BE49-F238E27FC236}">
                <a16:creationId xmlns:a16="http://schemas.microsoft.com/office/drawing/2014/main" id="{263F1740-9BEF-F0EF-2619-298F872249E3}"/>
              </a:ext>
            </a:extLst>
          </p:cNvPr>
          <p:cNvSpPr/>
          <p:nvPr/>
        </p:nvSpPr>
        <p:spPr>
          <a:xfrm>
            <a:off x="19272" y="76988"/>
            <a:ext cx="12143232" cy="6654012"/>
          </a:xfrm>
          <a:prstGeom prst="roundRect">
            <a:avLst>
              <a:gd name="adj" fmla="val 1881"/>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2" name="Rectangle: Rounded Corners 871">
            <a:extLst>
              <a:ext uri="{FF2B5EF4-FFF2-40B4-BE49-F238E27FC236}">
                <a16:creationId xmlns:a16="http://schemas.microsoft.com/office/drawing/2014/main" id="{818F66E3-89B2-B201-174D-D8EEEC2BA6E6}"/>
              </a:ext>
            </a:extLst>
          </p:cNvPr>
          <p:cNvSpPr/>
          <p:nvPr/>
        </p:nvSpPr>
        <p:spPr>
          <a:xfrm>
            <a:off x="9861646" y="3739706"/>
            <a:ext cx="2276915" cy="2637398"/>
          </a:xfrm>
          <a:prstGeom prst="roundRect">
            <a:avLst>
              <a:gd name="adj" fmla="val 4076"/>
            </a:avLst>
          </a:prstGeom>
          <a:noFill/>
          <a:ln w="2222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Rounded Corners 13">
            <a:extLst>
              <a:ext uri="{FF2B5EF4-FFF2-40B4-BE49-F238E27FC236}">
                <a16:creationId xmlns:a16="http://schemas.microsoft.com/office/drawing/2014/main" id="{7D53F882-3648-ECC3-B54E-B6685AF7FAE8}"/>
              </a:ext>
            </a:extLst>
          </p:cNvPr>
          <p:cNvSpPr/>
          <p:nvPr/>
        </p:nvSpPr>
        <p:spPr>
          <a:xfrm>
            <a:off x="985640" y="1188720"/>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Feb</a:t>
            </a:r>
          </a:p>
        </p:txBody>
      </p:sp>
      <p:sp>
        <p:nvSpPr>
          <p:cNvPr id="16" name="Rectangle: Rounded Corners 15">
            <a:extLst>
              <a:ext uri="{FF2B5EF4-FFF2-40B4-BE49-F238E27FC236}">
                <a16:creationId xmlns:a16="http://schemas.microsoft.com/office/drawing/2014/main" id="{6DDC6EFB-1A34-FA21-6931-3AF901BAFBCE}"/>
              </a:ext>
            </a:extLst>
          </p:cNvPr>
          <p:cNvSpPr/>
          <p:nvPr/>
        </p:nvSpPr>
        <p:spPr>
          <a:xfrm>
            <a:off x="985640" y="2286000"/>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Aug</a:t>
            </a:r>
          </a:p>
        </p:txBody>
      </p:sp>
      <p:sp>
        <p:nvSpPr>
          <p:cNvPr id="24" name="Rectangle: Rounded Corners 23">
            <a:extLst>
              <a:ext uri="{FF2B5EF4-FFF2-40B4-BE49-F238E27FC236}">
                <a16:creationId xmlns:a16="http://schemas.microsoft.com/office/drawing/2014/main" id="{0D1C1B37-078B-3774-687A-3A7ADC6A42F0}"/>
              </a:ext>
            </a:extLst>
          </p:cNvPr>
          <p:cNvSpPr/>
          <p:nvPr/>
        </p:nvSpPr>
        <p:spPr>
          <a:xfrm>
            <a:off x="985640" y="3378737"/>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Dec</a:t>
            </a:r>
          </a:p>
        </p:txBody>
      </p:sp>
      <p:sp>
        <p:nvSpPr>
          <p:cNvPr id="25" name="Rectangle: Rounded Corners 24">
            <a:extLst>
              <a:ext uri="{FF2B5EF4-FFF2-40B4-BE49-F238E27FC236}">
                <a16:creationId xmlns:a16="http://schemas.microsoft.com/office/drawing/2014/main" id="{F6E57C29-F0EE-3F27-F3F5-38036EB0143D}"/>
              </a:ext>
            </a:extLst>
          </p:cNvPr>
          <p:cNvSpPr/>
          <p:nvPr/>
        </p:nvSpPr>
        <p:spPr>
          <a:xfrm>
            <a:off x="985640" y="2066544"/>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May</a:t>
            </a:r>
          </a:p>
        </p:txBody>
      </p:sp>
      <p:sp>
        <p:nvSpPr>
          <p:cNvPr id="26" name="Rectangle: Rounded Corners 25">
            <a:extLst>
              <a:ext uri="{FF2B5EF4-FFF2-40B4-BE49-F238E27FC236}">
                <a16:creationId xmlns:a16="http://schemas.microsoft.com/office/drawing/2014/main" id="{5C83EB18-515B-7F78-DF04-92266CA2A8B3}"/>
              </a:ext>
            </a:extLst>
          </p:cNvPr>
          <p:cNvSpPr/>
          <p:nvPr/>
        </p:nvSpPr>
        <p:spPr>
          <a:xfrm>
            <a:off x="985640" y="2505456"/>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Aug</a:t>
            </a:r>
          </a:p>
        </p:txBody>
      </p:sp>
      <p:sp>
        <p:nvSpPr>
          <p:cNvPr id="27" name="Rectangle: Rounded Corners 26">
            <a:extLst>
              <a:ext uri="{FF2B5EF4-FFF2-40B4-BE49-F238E27FC236}">
                <a16:creationId xmlns:a16="http://schemas.microsoft.com/office/drawing/2014/main" id="{08A51896-9ED8-991D-7DDD-C4AC85891CE8}"/>
              </a:ext>
            </a:extLst>
          </p:cNvPr>
          <p:cNvSpPr/>
          <p:nvPr/>
        </p:nvSpPr>
        <p:spPr>
          <a:xfrm>
            <a:off x="985640" y="2945852"/>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Nov</a:t>
            </a:r>
          </a:p>
        </p:txBody>
      </p:sp>
      <p:sp>
        <p:nvSpPr>
          <p:cNvPr id="30" name="Rectangle: Rounded Corners 29">
            <a:extLst>
              <a:ext uri="{FF2B5EF4-FFF2-40B4-BE49-F238E27FC236}">
                <a16:creationId xmlns:a16="http://schemas.microsoft.com/office/drawing/2014/main" id="{4EDE8CFB-6261-E341-2A62-31FC1D6D86B6}"/>
              </a:ext>
            </a:extLst>
          </p:cNvPr>
          <p:cNvSpPr/>
          <p:nvPr/>
        </p:nvSpPr>
        <p:spPr>
          <a:xfrm>
            <a:off x="985640" y="1847088"/>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Apr</a:t>
            </a:r>
          </a:p>
        </p:txBody>
      </p:sp>
      <p:sp>
        <p:nvSpPr>
          <p:cNvPr id="44" name="Rectangle: Rounded Corners 43">
            <a:extLst>
              <a:ext uri="{FF2B5EF4-FFF2-40B4-BE49-F238E27FC236}">
                <a16:creationId xmlns:a16="http://schemas.microsoft.com/office/drawing/2014/main" id="{8C83CC79-7F8B-43FC-3686-22B8E03DC09F}"/>
              </a:ext>
            </a:extLst>
          </p:cNvPr>
          <p:cNvSpPr/>
          <p:nvPr/>
        </p:nvSpPr>
        <p:spPr>
          <a:xfrm>
            <a:off x="985640" y="2724912"/>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Sep</a:t>
            </a:r>
          </a:p>
        </p:txBody>
      </p:sp>
      <p:sp>
        <p:nvSpPr>
          <p:cNvPr id="48" name="Rectangle: Rounded Corners 47">
            <a:extLst>
              <a:ext uri="{FF2B5EF4-FFF2-40B4-BE49-F238E27FC236}">
                <a16:creationId xmlns:a16="http://schemas.microsoft.com/office/drawing/2014/main" id="{BAF920EA-E299-E7CF-5705-7124526C1648}"/>
              </a:ext>
            </a:extLst>
          </p:cNvPr>
          <p:cNvSpPr/>
          <p:nvPr/>
        </p:nvSpPr>
        <p:spPr>
          <a:xfrm>
            <a:off x="985640" y="969263"/>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Feb</a:t>
            </a:r>
          </a:p>
        </p:txBody>
      </p:sp>
      <p:sp>
        <p:nvSpPr>
          <p:cNvPr id="49" name="Rectangle: Rounded Corners 48">
            <a:extLst>
              <a:ext uri="{FF2B5EF4-FFF2-40B4-BE49-F238E27FC236}">
                <a16:creationId xmlns:a16="http://schemas.microsoft.com/office/drawing/2014/main" id="{2F42DA16-EA5E-02F1-43E6-14A618EA1BD5}"/>
              </a:ext>
            </a:extLst>
          </p:cNvPr>
          <p:cNvSpPr/>
          <p:nvPr/>
        </p:nvSpPr>
        <p:spPr>
          <a:xfrm>
            <a:off x="985640" y="1627632"/>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Mar</a:t>
            </a:r>
          </a:p>
        </p:txBody>
      </p:sp>
      <p:sp>
        <p:nvSpPr>
          <p:cNvPr id="50" name="Rectangle: Rounded Corners 49">
            <a:extLst>
              <a:ext uri="{FF2B5EF4-FFF2-40B4-BE49-F238E27FC236}">
                <a16:creationId xmlns:a16="http://schemas.microsoft.com/office/drawing/2014/main" id="{2602CEC9-93C0-54DD-DE8B-1EB49E37A4B7}"/>
              </a:ext>
            </a:extLst>
          </p:cNvPr>
          <p:cNvSpPr/>
          <p:nvPr/>
        </p:nvSpPr>
        <p:spPr>
          <a:xfrm>
            <a:off x="985640" y="3163824"/>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Nov</a:t>
            </a:r>
          </a:p>
        </p:txBody>
      </p:sp>
      <p:sp>
        <p:nvSpPr>
          <p:cNvPr id="51" name="Rectangle: Rounded Corners 50">
            <a:extLst>
              <a:ext uri="{FF2B5EF4-FFF2-40B4-BE49-F238E27FC236}">
                <a16:creationId xmlns:a16="http://schemas.microsoft.com/office/drawing/2014/main" id="{E6064DFA-2027-EE26-1348-485925B5F565}"/>
              </a:ext>
            </a:extLst>
          </p:cNvPr>
          <p:cNvSpPr/>
          <p:nvPr/>
        </p:nvSpPr>
        <p:spPr>
          <a:xfrm>
            <a:off x="985640" y="1408176"/>
            <a:ext cx="402336"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Mar</a:t>
            </a:r>
          </a:p>
        </p:txBody>
      </p:sp>
      <p:sp>
        <p:nvSpPr>
          <p:cNvPr id="270" name="Rectangle: Rounded Corners 269">
            <a:extLst>
              <a:ext uri="{FF2B5EF4-FFF2-40B4-BE49-F238E27FC236}">
                <a16:creationId xmlns:a16="http://schemas.microsoft.com/office/drawing/2014/main" id="{8A34BE3B-D8EF-4CC2-1C67-96292935D909}"/>
              </a:ext>
            </a:extLst>
          </p:cNvPr>
          <p:cNvSpPr/>
          <p:nvPr/>
        </p:nvSpPr>
        <p:spPr>
          <a:xfrm>
            <a:off x="985640" y="4142231"/>
            <a:ext cx="400514"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Jan</a:t>
            </a:r>
          </a:p>
        </p:txBody>
      </p:sp>
      <p:sp>
        <p:nvSpPr>
          <p:cNvPr id="271" name="Rectangle: Rounded Corners 270">
            <a:extLst>
              <a:ext uri="{FF2B5EF4-FFF2-40B4-BE49-F238E27FC236}">
                <a16:creationId xmlns:a16="http://schemas.microsoft.com/office/drawing/2014/main" id="{9A540111-1CFF-445D-2FA8-32F1B5032181}"/>
              </a:ext>
            </a:extLst>
          </p:cNvPr>
          <p:cNvSpPr/>
          <p:nvPr/>
        </p:nvSpPr>
        <p:spPr>
          <a:xfrm>
            <a:off x="985640" y="5239512"/>
            <a:ext cx="407761"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Sep</a:t>
            </a:r>
          </a:p>
        </p:txBody>
      </p:sp>
      <p:sp>
        <p:nvSpPr>
          <p:cNvPr id="272" name="Rectangle: Rounded Corners 271">
            <a:extLst>
              <a:ext uri="{FF2B5EF4-FFF2-40B4-BE49-F238E27FC236}">
                <a16:creationId xmlns:a16="http://schemas.microsoft.com/office/drawing/2014/main" id="{974917D3-1C0B-ACE8-ED10-39341ED5F957}"/>
              </a:ext>
            </a:extLst>
          </p:cNvPr>
          <p:cNvSpPr/>
          <p:nvPr/>
        </p:nvSpPr>
        <p:spPr>
          <a:xfrm>
            <a:off x="985640" y="4361688"/>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Feb</a:t>
            </a:r>
          </a:p>
        </p:txBody>
      </p:sp>
      <p:sp>
        <p:nvSpPr>
          <p:cNvPr id="273" name="Rectangle: Rounded Corners 272">
            <a:extLst>
              <a:ext uri="{FF2B5EF4-FFF2-40B4-BE49-F238E27FC236}">
                <a16:creationId xmlns:a16="http://schemas.microsoft.com/office/drawing/2014/main" id="{745BA3A9-1B40-D27F-F6C3-9269C8442723}"/>
              </a:ext>
            </a:extLst>
          </p:cNvPr>
          <p:cNvSpPr/>
          <p:nvPr/>
        </p:nvSpPr>
        <p:spPr>
          <a:xfrm>
            <a:off x="985640" y="5020056"/>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Apr</a:t>
            </a:r>
          </a:p>
        </p:txBody>
      </p:sp>
      <p:sp>
        <p:nvSpPr>
          <p:cNvPr id="274" name="Rectangle: Rounded Corners 273">
            <a:extLst>
              <a:ext uri="{FF2B5EF4-FFF2-40B4-BE49-F238E27FC236}">
                <a16:creationId xmlns:a16="http://schemas.microsoft.com/office/drawing/2014/main" id="{942CED5A-643A-19E4-1DCD-F63028511EB5}"/>
              </a:ext>
            </a:extLst>
          </p:cNvPr>
          <p:cNvSpPr/>
          <p:nvPr/>
        </p:nvSpPr>
        <p:spPr>
          <a:xfrm>
            <a:off x="985640" y="5458968"/>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Sep</a:t>
            </a:r>
          </a:p>
        </p:txBody>
      </p:sp>
      <p:sp>
        <p:nvSpPr>
          <p:cNvPr id="275" name="Rectangle: Rounded Corners 274">
            <a:extLst>
              <a:ext uri="{FF2B5EF4-FFF2-40B4-BE49-F238E27FC236}">
                <a16:creationId xmlns:a16="http://schemas.microsoft.com/office/drawing/2014/main" id="{49A83CBB-DF29-DFA5-79D3-39805652FF9F}"/>
              </a:ext>
            </a:extLst>
          </p:cNvPr>
          <p:cNvSpPr/>
          <p:nvPr/>
        </p:nvSpPr>
        <p:spPr>
          <a:xfrm>
            <a:off x="985640" y="6117336"/>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Nov</a:t>
            </a:r>
          </a:p>
        </p:txBody>
      </p:sp>
      <p:sp>
        <p:nvSpPr>
          <p:cNvPr id="276" name="Rectangle: Rounded Corners 275">
            <a:extLst>
              <a:ext uri="{FF2B5EF4-FFF2-40B4-BE49-F238E27FC236}">
                <a16:creationId xmlns:a16="http://schemas.microsoft.com/office/drawing/2014/main" id="{20207EC8-1635-C3E1-3579-F6C238493E95}"/>
              </a:ext>
            </a:extLst>
          </p:cNvPr>
          <p:cNvSpPr/>
          <p:nvPr/>
        </p:nvSpPr>
        <p:spPr>
          <a:xfrm>
            <a:off x="985640" y="5897880"/>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Oct</a:t>
            </a:r>
          </a:p>
        </p:txBody>
      </p:sp>
      <p:sp>
        <p:nvSpPr>
          <p:cNvPr id="277" name="Rectangle: Rounded Corners 276">
            <a:extLst>
              <a:ext uri="{FF2B5EF4-FFF2-40B4-BE49-F238E27FC236}">
                <a16:creationId xmlns:a16="http://schemas.microsoft.com/office/drawing/2014/main" id="{5543DF0B-6FBF-3DEE-BD31-B38BCD1EA9D5}"/>
              </a:ext>
            </a:extLst>
          </p:cNvPr>
          <p:cNvSpPr/>
          <p:nvPr/>
        </p:nvSpPr>
        <p:spPr>
          <a:xfrm>
            <a:off x="985640" y="4581144"/>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Feb</a:t>
            </a:r>
          </a:p>
        </p:txBody>
      </p:sp>
      <p:sp>
        <p:nvSpPr>
          <p:cNvPr id="278" name="Rectangle: Rounded Corners 277">
            <a:extLst>
              <a:ext uri="{FF2B5EF4-FFF2-40B4-BE49-F238E27FC236}">
                <a16:creationId xmlns:a16="http://schemas.microsoft.com/office/drawing/2014/main" id="{A1FBBF71-55C9-F189-70BA-0A9D67E754CB}"/>
              </a:ext>
            </a:extLst>
          </p:cNvPr>
          <p:cNvSpPr/>
          <p:nvPr/>
        </p:nvSpPr>
        <p:spPr>
          <a:xfrm>
            <a:off x="985640" y="4783579"/>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Apr</a:t>
            </a:r>
          </a:p>
        </p:txBody>
      </p:sp>
      <p:sp>
        <p:nvSpPr>
          <p:cNvPr id="279" name="Rectangle: Rounded Corners 278">
            <a:extLst>
              <a:ext uri="{FF2B5EF4-FFF2-40B4-BE49-F238E27FC236}">
                <a16:creationId xmlns:a16="http://schemas.microsoft.com/office/drawing/2014/main" id="{C6CE0F6D-7BC7-F30C-DBAB-2CCEBAE298A7}"/>
              </a:ext>
            </a:extLst>
          </p:cNvPr>
          <p:cNvSpPr/>
          <p:nvPr/>
        </p:nvSpPr>
        <p:spPr>
          <a:xfrm>
            <a:off x="985640" y="5678424"/>
            <a:ext cx="403413"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Oct</a:t>
            </a:r>
          </a:p>
        </p:txBody>
      </p:sp>
      <p:sp>
        <p:nvSpPr>
          <p:cNvPr id="85" name="Rectangle: Rounded Corners 84">
            <a:extLst>
              <a:ext uri="{FF2B5EF4-FFF2-40B4-BE49-F238E27FC236}">
                <a16:creationId xmlns:a16="http://schemas.microsoft.com/office/drawing/2014/main" id="{C14BD08E-E52B-15DE-7F1B-A10D98DCE3DD}"/>
              </a:ext>
            </a:extLst>
          </p:cNvPr>
          <p:cNvSpPr/>
          <p:nvPr/>
        </p:nvSpPr>
        <p:spPr>
          <a:xfrm>
            <a:off x="3366196"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88" name="Rectangle: Rounded Corners 87">
            <a:extLst>
              <a:ext uri="{FF2B5EF4-FFF2-40B4-BE49-F238E27FC236}">
                <a16:creationId xmlns:a16="http://schemas.microsoft.com/office/drawing/2014/main" id="{681F1EA9-C49C-B26C-67EE-E185D46B2C16}"/>
              </a:ext>
            </a:extLst>
          </p:cNvPr>
          <p:cNvSpPr/>
          <p:nvPr/>
        </p:nvSpPr>
        <p:spPr>
          <a:xfrm>
            <a:off x="4756622"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96" name="Rectangle: Rounded Corners 95">
            <a:extLst>
              <a:ext uri="{FF2B5EF4-FFF2-40B4-BE49-F238E27FC236}">
                <a16:creationId xmlns:a16="http://schemas.microsoft.com/office/drawing/2014/main" id="{338E8D1B-899A-EAC7-BED6-E02D527F0713}"/>
              </a:ext>
            </a:extLst>
          </p:cNvPr>
          <p:cNvSpPr/>
          <p:nvPr/>
        </p:nvSpPr>
        <p:spPr>
          <a:xfrm>
            <a:off x="6160625"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26" name="Rectangle: Rounded Corners 125">
            <a:extLst>
              <a:ext uri="{FF2B5EF4-FFF2-40B4-BE49-F238E27FC236}">
                <a16:creationId xmlns:a16="http://schemas.microsoft.com/office/drawing/2014/main" id="{73AC2748-AC58-5FAF-10A3-A7749CF3E62D}"/>
              </a:ext>
            </a:extLst>
          </p:cNvPr>
          <p:cNvSpPr/>
          <p:nvPr/>
        </p:nvSpPr>
        <p:spPr>
          <a:xfrm>
            <a:off x="7566036"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127" name="Rectangle: Rounded Corners 126">
            <a:extLst>
              <a:ext uri="{FF2B5EF4-FFF2-40B4-BE49-F238E27FC236}">
                <a16:creationId xmlns:a16="http://schemas.microsoft.com/office/drawing/2014/main" id="{0946E70C-8DDD-B970-885B-C3D0F84F7352}"/>
              </a:ext>
            </a:extLst>
          </p:cNvPr>
          <p:cNvSpPr/>
          <p:nvPr/>
        </p:nvSpPr>
        <p:spPr>
          <a:xfrm>
            <a:off x="8967392" y="2945852"/>
            <a:ext cx="33972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9" name="Rectangle: Rounded Corners 78">
            <a:extLst>
              <a:ext uri="{FF2B5EF4-FFF2-40B4-BE49-F238E27FC236}">
                <a16:creationId xmlns:a16="http://schemas.microsoft.com/office/drawing/2014/main" id="{245CAC68-BB7E-F5DD-8AEE-424251D6F0D9}"/>
              </a:ext>
            </a:extLst>
          </p:cNvPr>
          <p:cNvSpPr/>
          <p:nvPr/>
        </p:nvSpPr>
        <p:spPr>
          <a:xfrm>
            <a:off x="9752997" y="6452791"/>
            <a:ext cx="2160206" cy="17037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All Numbers based on Sept Census</a:t>
            </a:r>
          </a:p>
        </p:txBody>
      </p:sp>
      <p:sp>
        <p:nvSpPr>
          <p:cNvPr id="128" name="Rectangle: Rounded Corners 127">
            <a:extLst>
              <a:ext uri="{FF2B5EF4-FFF2-40B4-BE49-F238E27FC236}">
                <a16:creationId xmlns:a16="http://schemas.microsoft.com/office/drawing/2014/main" id="{CC2B1D52-61F5-02E1-6803-89E736A3035A}"/>
              </a:ext>
            </a:extLst>
          </p:cNvPr>
          <p:cNvSpPr/>
          <p:nvPr/>
        </p:nvSpPr>
        <p:spPr>
          <a:xfrm>
            <a:off x="9902831" y="621463"/>
            <a:ext cx="672343"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129" name="Rectangle: Rounded Corners 128">
            <a:extLst>
              <a:ext uri="{FF2B5EF4-FFF2-40B4-BE49-F238E27FC236}">
                <a16:creationId xmlns:a16="http://schemas.microsoft.com/office/drawing/2014/main" id="{DB6B9B21-5BD4-A713-10A0-AFC9E719DA27}"/>
              </a:ext>
            </a:extLst>
          </p:cNvPr>
          <p:cNvSpPr/>
          <p:nvPr/>
        </p:nvSpPr>
        <p:spPr>
          <a:xfrm>
            <a:off x="10643612" y="621463"/>
            <a:ext cx="688136"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131" name="Rectangle: Rounded Corners 130">
            <a:extLst>
              <a:ext uri="{FF2B5EF4-FFF2-40B4-BE49-F238E27FC236}">
                <a16:creationId xmlns:a16="http://schemas.microsoft.com/office/drawing/2014/main" id="{959A9616-51C6-D7F7-2CB6-44BAF3B59493}"/>
              </a:ext>
            </a:extLst>
          </p:cNvPr>
          <p:cNvSpPr/>
          <p:nvPr/>
        </p:nvSpPr>
        <p:spPr>
          <a:xfrm>
            <a:off x="11400187" y="620769"/>
            <a:ext cx="672343"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L3</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Rectangle: Rounded Corners 131">
            <a:extLst>
              <a:ext uri="{FF2B5EF4-FFF2-40B4-BE49-F238E27FC236}">
                <a16:creationId xmlns:a16="http://schemas.microsoft.com/office/drawing/2014/main" id="{B815B61B-68E1-D29B-029F-0D763B7B377D}"/>
              </a:ext>
            </a:extLst>
          </p:cNvPr>
          <p:cNvSpPr/>
          <p:nvPr/>
        </p:nvSpPr>
        <p:spPr>
          <a:xfrm>
            <a:off x="10251632" y="97020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 name="Rectangle: Rounded Corners 132">
            <a:extLst>
              <a:ext uri="{FF2B5EF4-FFF2-40B4-BE49-F238E27FC236}">
                <a16:creationId xmlns:a16="http://schemas.microsoft.com/office/drawing/2014/main" id="{82CBDF3A-BEA5-BECD-9AC5-98182CB6A523}"/>
              </a:ext>
            </a:extLst>
          </p:cNvPr>
          <p:cNvSpPr/>
          <p:nvPr/>
        </p:nvSpPr>
        <p:spPr>
          <a:xfrm>
            <a:off x="10251632" y="118965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4" name="Rectangle: Rounded Corners 133">
            <a:extLst>
              <a:ext uri="{FF2B5EF4-FFF2-40B4-BE49-F238E27FC236}">
                <a16:creationId xmlns:a16="http://schemas.microsoft.com/office/drawing/2014/main" id="{1EFEC120-3F28-0642-6707-11A3E764A538}"/>
              </a:ext>
            </a:extLst>
          </p:cNvPr>
          <p:cNvSpPr/>
          <p:nvPr/>
        </p:nvSpPr>
        <p:spPr>
          <a:xfrm>
            <a:off x="10251632" y="140911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5" name="Rectangle: Rounded Corners 134">
            <a:extLst>
              <a:ext uri="{FF2B5EF4-FFF2-40B4-BE49-F238E27FC236}">
                <a16:creationId xmlns:a16="http://schemas.microsoft.com/office/drawing/2014/main" id="{7F124F1E-7ACF-34F6-04F0-534046FC3817}"/>
              </a:ext>
            </a:extLst>
          </p:cNvPr>
          <p:cNvSpPr/>
          <p:nvPr/>
        </p:nvSpPr>
        <p:spPr>
          <a:xfrm>
            <a:off x="10251632" y="162856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Rectangle: Rounded Corners 201">
            <a:extLst>
              <a:ext uri="{FF2B5EF4-FFF2-40B4-BE49-F238E27FC236}">
                <a16:creationId xmlns:a16="http://schemas.microsoft.com/office/drawing/2014/main" id="{AE6B6D94-CB36-9DAB-D5BB-1E67460E8E66}"/>
              </a:ext>
            </a:extLst>
          </p:cNvPr>
          <p:cNvSpPr/>
          <p:nvPr/>
        </p:nvSpPr>
        <p:spPr>
          <a:xfrm>
            <a:off x="10251632" y="184802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3" name="Rectangle: Rounded Corners 202">
            <a:extLst>
              <a:ext uri="{FF2B5EF4-FFF2-40B4-BE49-F238E27FC236}">
                <a16:creationId xmlns:a16="http://schemas.microsoft.com/office/drawing/2014/main" id="{185E52CA-1AF7-C7FC-EB34-92B9299E3DC4}"/>
              </a:ext>
            </a:extLst>
          </p:cNvPr>
          <p:cNvSpPr/>
          <p:nvPr/>
        </p:nvSpPr>
        <p:spPr>
          <a:xfrm>
            <a:off x="10251632" y="206748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Rectangle: Rounded Corners 203">
            <a:extLst>
              <a:ext uri="{FF2B5EF4-FFF2-40B4-BE49-F238E27FC236}">
                <a16:creationId xmlns:a16="http://schemas.microsoft.com/office/drawing/2014/main" id="{33FB7D8B-9C2E-17E1-7697-12C964C26AB9}"/>
              </a:ext>
            </a:extLst>
          </p:cNvPr>
          <p:cNvSpPr/>
          <p:nvPr/>
        </p:nvSpPr>
        <p:spPr>
          <a:xfrm>
            <a:off x="10251632" y="228693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5" name="Rectangle: Rounded Corners 204">
            <a:extLst>
              <a:ext uri="{FF2B5EF4-FFF2-40B4-BE49-F238E27FC236}">
                <a16:creationId xmlns:a16="http://schemas.microsoft.com/office/drawing/2014/main" id="{93797743-AFBB-8953-777B-515DA4B1D313}"/>
              </a:ext>
            </a:extLst>
          </p:cNvPr>
          <p:cNvSpPr/>
          <p:nvPr/>
        </p:nvSpPr>
        <p:spPr>
          <a:xfrm>
            <a:off x="10251632" y="250639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6" name="Rectangle: Rounded Corners 205">
            <a:extLst>
              <a:ext uri="{FF2B5EF4-FFF2-40B4-BE49-F238E27FC236}">
                <a16:creationId xmlns:a16="http://schemas.microsoft.com/office/drawing/2014/main" id="{1B9E19B9-9404-7405-6F91-9ABCA21106F5}"/>
              </a:ext>
            </a:extLst>
          </p:cNvPr>
          <p:cNvSpPr/>
          <p:nvPr/>
        </p:nvSpPr>
        <p:spPr>
          <a:xfrm>
            <a:off x="10251632" y="272584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7" name="Rectangle: Rounded Corners 206">
            <a:extLst>
              <a:ext uri="{FF2B5EF4-FFF2-40B4-BE49-F238E27FC236}">
                <a16:creationId xmlns:a16="http://schemas.microsoft.com/office/drawing/2014/main" id="{92DC2845-2485-0580-1937-908F09D5C964}"/>
              </a:ext>
            </a:extLst>
          </p:cNvPr>
          <p:cNvSpPr/>
          <p:nvPr/>
        </p:nvSpPr>
        <p:spPr>
          <a:xfrm>
            <a:off x="10251632" y="294678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8" name="Rectangle: Rounded Corners 207">
            <a:extLst>
              <a:ext uri="{FF2B5EF4-FFF2-40B4-BE49-F238E27FC236}">
                <a16:creationId xmlns:a16="http://schemas.microsoft.com/office/drawing/2014/main" id="{B97A4079-475D-E1F2-08DD-ECEA02175F9E}"/>
              </a:ext>
            </a:extLst>
          </p:cNvPr>
          <p:cNvSpPr/>
          <p:nvPr/>
        </p:nvSpPr>
        <p:spPr>
          <a:xfrm>
            <a:off x="10251632" y="316476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9" name="Rectangle: Rounded Corners 208">
            <a:extLst>
              <a:ext uri="{FF2B5EF4-FFF2-40B4-BE49-F238E27FC236}">
                <a16:creationId xmlns:a16="http://schemas.microsoft.com/office/drawing/2014/main" id="{79A987A3-6B2C-AB28-FB68-7231BBE70F1D}"/>
              </a:ext>
            </a:extLst>
          </p:cNvPr>
          <p:cNvSpPr/>
          <p:nvPr/>
        </p:nvSpPr>
        <p:spPr>
          <a:xfrm>
            <a:off x="10251632" y="337967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0" name="Rectangle: Rounded Corners 279">
            <a:extLst>
              <a:ext uri="{FF2B5EF4-FFF2-40B4-BE49-F238E27FC236}">
                <a16:creationId xmlns:a16="http://schemas.microsoft.com/office/drawing/2014/main" id="{AA0C0E8B-94B3-658D-CF83-3EFF15D96171}"/>
              </a:ext>
            </a:extLst>
          </p:cNvPr>
          <p:cNvSpPr/>
          <p:nvPr/>
        </p:nvSpPr>
        <p:spPr>
          <a:xfrm>
            <a:off x="10645891" y="97307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1" name="Rectangle: Rounded Corners 280">
            <a:extLst>
              <a:ext uri="{FF2B5EF4-FFF2-40B4-BE49-F238E27FC236}">
                <a16:creationId xmlns:a16="http://schemas.microsoft.com/office/drawing/2014/main" id="{0EBC24B9-82F9-2C09-9CA5-9BF439C9F670}"/>
              </a:ext>
            </a:extLst>
          </p:cNvPr>
          <p:cNvSpPr/>
          <p:nvPr/>
        </p:nvSpPr>
        <p:spPr>
          <a:xfrm>
            <a:off x="10645891" y="119253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2" name="Rectangle: Rounded Corners 281">
            <a:extLst>
              <a:ext uri="{FF2B5EF4-FFF2-40B4-BE49-F238E27FC236}">
                <a16:creationId xmlns:a16="http://schemas.microsoft.com/office/drawing/2014/main" id="{ED4C2E40-8FA2-A00D-4C19-21F184065B12}"/>
              </a:ext>
            </a:extLst>
          </p:cNvPr>
          <p:cNvSpPr/>
          <p:nvPr/>
        </p:nvSpPr>
        <p:spPr>
          <a:xfrm>
            <a:off x="10645891" y="141198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3" name="Rectangle: Rounded Corners 282">
            <a:extLst>
              <a:ext uri="{FF2B5EF4-FFF2-40B4-BE49-F238E27FC236}">
                <a16:creationId xmlns:a16="http://schemas.microsoft.com/office/drawing/2014/main" id="{4E59A065-59EE-19E4-EE3E-E8FD4CBAB478}"/>
              </a:ext>
            </a:extLst>
          </p:cNvPr>
          <p:cNvSpPr/>
          <p:nvPr/>
        </p:nvSpPr>
        <p:spPr>
          <a:xfrm>
            <a:off x="10645891" y="163144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4" name="Rectangle: Rounded Corners 283">
            <a:extLst>
              <a:ext uri="{FF2B5EF4-FFF2-40B4-BE49-F238E27FC236}">
                <a16:creationId xmlns:a16="http://schemas.microsoft.com/office/drawing/2014/main" id="{8821F05E-F8FD-C969-1098-BF317F9D3A68}"/>
              </a:ext>
            </a:extLst>
          </p:cNvPr>
          <p:cNvSpPr/>
          <p:nvPr/>
        </p:nvSpPr>
        <p:spPr>
          <a:xfrm>
            <a:off x="10645891" y="185089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5" name="Rectangle: Rounded Corners 284">
            <a:extLst>
              <a:ext uri="{FF2B5EF4-FFF2-40B4-BE49-F238E27FC236}">
                <a16:creationId xmlns:a16="http://schemas.microsoft.com/office/drawing/2014/main" id="{0E0FE6F0-5BBF-5311-E7A2-BAF886A50F9B}"/>
              </a:ext>
            </a:extLst>
          </p:cNvPr>
          <p:cNvSpPr/>
          <p:nvPr/>
        </p:nvSpPr>
        <p:spPr>
          <a:xfrm>
            <a:off x="10645891" y="207035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6" name="Rectangle: Rounded Corners 285">
            <a:extLst>
              <a:ext uri="{FF2B5EF4-FFF2-40B4-BE49-F238E27FC236}">
                <a16:creationId xmlns:a16="http://schemas.microsoft.com/office/drawing/2014/main" id="{9D718E70-AFA2-FDD0-60D3-4326F4041855}"/>
              </a:ext>
            </a:extLst>
          </p:cNvPr>
          <p:cNvSpPr/>
          <p:nvPr/>
        </p:nvSpPr>
        <p:spPr>
          <a:xfrm>
            <a:off x="10645891" y="228981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7" name="Rectangle: Rounded Corners 286">
            <a:extLst>
              <a:ext uri="{FF2B5EF4-FFF2-40B4-BE49-F238E27FC236}">
                <a16:creationId xmlns:a16="http://schemas.microsoft.com/office/drawing/2014/main" id="{3DFD11AB-46EB-69C4-4FDE-F6B8A194399E}"/>
              </a:ext>
            </a:extLst>
          </p:cNvPr>
          <p:cNvSpPr/>
          <p:nvPr/>
        </p:nvSpPr>
        <p:spPr>
          <a:xfrm>
            <a:off x="10645891" y="250926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8" name="Rectangle: Rounded Corners 287">
            <a:extLst>
              <a:ext uri="{FF2B5EF4-FFF2-40B4-BE49-F238E27FC236}">
                <a16:creationId xmlns:a16="http://schemas.microsoft.com/office/drawing/2014/main" id="{09FE08F8-9115-2CE8-5DB5-D6079EC0F73E}"/>
              </a:ext>
            </a:extLst>
          </p:cNvPr>
          <p:cNvSpPr/>
          <p:nvPr/>
        </p:nvSpPr>
        <p:spPr>
          <a:xfrm>
            <a:off x="10645891" y="272872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9" name="Rectangle: Rounded Corners 288">
            <a:extLst>
              <a:ext uri="{FF2B5EF4-FFF2-40B4-BE49-F238E27FC236}">
                <a16:creationId xmlns:a16="http://schemas.microsoft.com/office/drawing/2014/main" id="{3D00F88C-4703-F9E3-D6C7-2B1637D45F53}"/>
              </a:ext>
            </a:extLst>
          </p:cNvPr>
          <p:cNvSpPr/>
          <p:nvPr/>
        </p:nvSpPr>
        <p:spPr>
          <a:xfrm>
            <a:off x="10645891" y="294966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0" name="Rectangle: Rounded Corners 289">
            <a:extLst>
              <a:ext uri="{FF2B5EF4-FFF2-40B4-BE49-F238E27FC236}">
                <a16:creationId xmlns:a16="http://schemas.microsoft.com/office/drawing/2014/main" id="{2EC44B9C-0652-95CE-CA02-9AA132AF2EB5}"/>
              </a:ext>
            </a:extLst>
          </p:cNvPr>
          <p:cNvSpPr/>
          <p:nvPr/>
        </p:nvSpPr>
        <p:spPr>
          <a:xfrm>
            <a:off x="10645891" y="316763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8" name="Rectangle: Rounded Corners 307">
            <a:extLst>
              <a:ext uri="{FF2B5EF4-FFF2-40B4-BE49-F238E27FC236}">
                <a16:creationId xmlns:a16="http://schemas.microsoft.com/office/drawing/2014/main" id="{F617D4D5-D765-2F91-C74E-85338FEE6D0D}"/>
              </a:ext>
            </a:extLst>
          </p:cNvPr>
          <p:cNvSpPr/>
          <p:nvPr/>
        </p:nvSpPr>
        <p:spPr>
          <a:xfrm>
            <a:off x="10645891" y="338254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9" name="Rectangle: Rounded Corners 308">
            <a:extLst>
              <a:ext uri="{FF2B5EF4-FFF2-40B4-BE49-F238E27FC236}">
                <a16:creationId xmlns:a16="http://schemas.microsoft.com/office/drawing/2014/main" id="{AD84642C-A255-7725-93AD-8D1CEA30AAC7}"/>
              </a:ext>
            </a:extLst>
          </p:cNvPr>
          <p:cNvSpPr/>
          <p:nvPr/>
        </p:nvSpPr>
        <p:spPr>
          <a:xfrm>
            <a:off x="10994692" y="97401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0" name="Rectangle: Rounded Corners 309">
            <a:extLst>
              <a:ext uri="{FF2B5EF4-FFF2-40B4-BE49-F238E27FC236}">
                <a16:creationId xmlns:a16="http://schemas.microsoft.com/office/drawing/2014/main" id="{9B069B5D-C6A6-FFE9-867A-166A9B6A5856}"/>
              </a:ext>
            </a:extLst>
          </p:cNvPr>
          <p:cNvSpPr/>
          <p:nvPr/>
        </p:nvSpPr>
        <p:spPr>
          <a:xfrm>
            <a:off x="10994692" y="119346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1" name="Rectangle: Rounded Corners 310">
            <a:extLst>
              <a:ext uri="{FF2B5EF4-FFF2-40B4-BE49-F238E27FC236}">
                <a16:creationId xmlns:a16="http://schemas.microsoft.com/office/drawing/2014/main" id="{F547C3B5-BC9C-1521-BA72-5FE53EDC4761}"/>
              </a:ext>
            </a:extLst>
          </p:cNvPr>
          <p:cNvSpPr/>
          <p:nvPr/>
        </p:nvSpPr>
        <p:spPr>
          <a:xfrm>
            <a:off x="10994692" y="141292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2" name="Rectangle: Rounded Corners 311">
            <a:extLst>
              <a:ext uri="{FF2B5EF4-FFF2-40B4-BE49-F238E27FC236}">
                <a16:creationId xmlns:a16="http://schemas.microsoft.com/office/drawing/2014/main" id="{5EBBAF37-F58B-4623-6D9C-32A69033E1E9}"/>
              </a:ext>
            </a:extLst>
          </p:cNvPr>
          <p:cNvSpPr/>
          <p:nvPr/>
        </p:nvSpPr>
        <p:spPr>
          <a:xfrm>
            <a:off x="10994692" y="163237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3" name="Rectangle: Rounded Corners 312">
            <a:extLst>
              <a:ext uri="{FF2B5EF4-FFF2-40B4-BE49-F238E27FC236}">
                <a16:creationId xmlns:a16="http://schemas.microsoft.com/office/drawing/2014/main" id="{3CDDA874-4E54-2087-9201-FF582241A7F4}"/>
              </a:ext>
            </a:extLst>
          </p:cNvPr>
          <p:cNvSpPr/>
          <p:nvPr/>
        </p:nvSpPr>
        <p:spPr>
          <a:xfrm>
            <a:off x="10994692" y="185183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4" name="Rectangle: Rounded Corners 313">
            <a:extLst>
              <a:ext uri="{FF2B5EF4-FFF2-40B4-BE49-F238E27FC236}">
                <a16:creationId xmlns:a16="http://schemas.microsoft.com/office/drawing/2014/main" id="{BAFEBA67-CE7F-64D1-740F-980877EE0709}"/>
              </a:ext>
            </a:extLst>
          </p:cNvPr>
          <p:cNvSpPr/>
          <p:nvPr/>
        </p:nvSpPr>
        <p:spPr>
          <a:xfrm>
            <a:off x="10994692" y="207129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5" name="Rectangle: Rounded Corners 314">
            <a:extLst>
              <a:ext uri="{FF2B5EF4-FFF2-40B4-BE49-F238E27FC236}">
                <a16:creationId xmlns:a16="http://schemas.microsoft.com/office/drawing/2014/main" id="{B58B2F83-EBC2-71C8-5C43-B0FD9EFE11D1}"/>
              </a:ext>
            </a:extLst>
          </p:cNvPr>
          <p:cNvSpPr/>
          <p:nvPr/>
        </p:nvSpPr>
        <p:spPr>
          <a:xfrm>
            <a:off x="10994692" y="229074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4" name="Rectangle: Rounded Corners 343">
            <a:extLst>
              <a:ext uri="{FF2B5EF4-FFF2-40B4-BE49-F238E27FC236}">
                <a16:creationId xmlns:a16="http://schemas.microsoft.com/office/drawing/2014/main" id="{42307F85-C353-3C31-EEDE-BE9E3CF45625}"/>
              </a:ext>
            </a:extLst>
          </p:cNvPr>
          <p:cNvSpPr/>
          <p:nvPr/>
        </p:nvSpPr>
        <p:spPr>
          <a:xfrm>
            <a:off x="10994692" y="251020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7" name="Rectangle: Rounded Corners 376">
            <a:extLst>
              <a:ext uri="{FF2B5EF4-FFF2-40B4-BE49-F238E27FC236}">
                <a16:creationId xmlns:a16="http://schemas.microsoft.com/office/drawing/2014/main" id="{002DF7BB-6E63-8351-C921-79A93F6A34C8}"/>
              </a:ext>
            </a:extLst>
          </p:cNvPr>
          <p:cNvSpPr/>
          <p:nvPr/>
        </p:nvSpPr>
        <p:spPr>
          <a:xfrm>
            <a:off x="10994692" y="272965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8" name="Rectangle: Rounded Corners 377">
            <a:extLst>
              <a:ext uri="{FF2B5EF4-FFF2-40B4-BE49-F238E27FC236}">
                <a16:creationId xmlns:a16="http://schemas.microsoft.com/office/drawing/2014/main" id="{E2A8ABD0-A404-793B-C0AE-E73B4181C1B2}"/>
              </a:ext>
            </a:extLst>
          </p:cNvPr>
          <p:cNvSpPr/>
          <p:nvPr/>
        </p:nvSpPr>
        <p:spPr>
          <a:xfrm>
            <a:off x="10994692" y="295059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9" name="Rectangle: Rounded Corners 378">
            <a:extLst>
              <a:ext uri="{FF2B5EF4-FFF2-40B4-BE49-F238E27FC236}">
                <a16:creationId xmlns:a16="http://schemas.microsoft.com/office/drawing/2014/main" id="{828F0DAD-80CD-A550-1FC6-6BB140BB4BE8}"/>
              </a:ext>
            </a:extLst>
          </p:cNvPr>
          <p:cNvSpPr/>
          <p:nvPr/>
        </p:nvSpPr>
        <p:spPr>
          <a:xfrm>
            <a:off x="10994692" y="316857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1" name="Rectangle: Rounded Corners 380">
            <a:extLst>
              <a:ext uri="{FF2B5EF4-FFF2-40B4-BE49-F238E27FC236}">
                <a16:creationId xmlns:a16="http://schemas.microsoft.com/office/drawing/2014/main" id="{8A2DEE92-8E39-D70B-546A-CAF47EEF4788}"/>
              </a:ext>
            </a:extLst>
          </p:cNvPr>
          <p:cNvSpPr/>
          <p:nvPr/>
        </p:nvSpPr>
        <p:spPr>
          <a:xfrm>
            <a:off x="10994692" y="338348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2" name="Rectangle: Rounded Corners 381">
            <a:extLst>
              <a:ext uri="{FF2B5EF4-FFF2-40B4-BE49-F238E27FC236}">
                <a16:creationId xmlns:a16="http://schemas.microsoft.com/office/drawing/2014/main" id="{9C42F426-BDEF-87C8-706D-9CF31AB037D3}"/>
              </a:ext>
            </a:extLst>
          </p:cNvPr>
          <p:cNvSpPr/>
          <p:nvPr/>
        </p:nvSpPr>
        <p:spPr>
          <a:xfrm>
            <a:off x="11402041" y="97167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4" name="Rectangle: Rounded Corners 383">
            <a:extLst>
              <a:ext uri="{FF2B5EF4-FFF2-40B4-BE49-F238E27FC236}">
                <a16:creationId xmlns:a16="http://schemas.microsoft.com/office/drawing/2014/main" id="{B0399098-C0D4-E025-BACA-A7CFF5014887}"/>
              </a:ext>
            </a:extLst>
          </p:cNvPr>
          <p:cNvSpPr/>
          <p:nvPr/>
        </p:nvSpPr>
        <p:spPr>
          <a:xfrm>
            <a:off x="11402041" y="119113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5" name="Rectangle: Rounded Corners 384">
            <a:extLst>
              <a:ext uri="{FF2B5EF4-FFF2-40B4-BE49-F238E27FC236}">
                <a16:creationId xmlns:a16="http://schemas.microsoft.com/office/drawing/2014/main" id="{1C7CD4C8-1318-B68C-96E1-1CDDFEC9FF8A}"/>
              </a:ext>
            </a:extLst>
          </p:cNvPr>
          <p:cNvSpPr/>
          <p:nvPr/>
        </p:nvSpPr>
        <p:spPr>
          <a:xfrm>
            <a:off x="11402041" y="141058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7" name="Rectangle: Rounded Corners 386">
            <a:extLst>
              <a:ext uri="{FF2B5EF4-FFF2-40B4-BE49-F238E27FC236}">
                <a16:creationId xmlns:a16="http://schemas.microsoft.com/office/drawing/2014/main" id="{C451FC14-6FC5-5684-E8A7-2A6DE490E941}"/>
              </a:ext>
            </a:extLst>
          </p:cNvPr>
          <p:cNvSpPr/>
          <p:nvPr/>
        </p:nvSpPr>
        <p:spPr>
          <a:xfrm>
            <a:off x="11402041" y="163004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8" name="Rectangle: Rounded Corners 387">
            <a:extLst>
              <a:ext uri="{FF2B5EF4-FFF2-40B4-BE49-F238E27FC236}">
                <a16:creationId xmlns:a16="http://schemas.microsoft.com/office/drawing/2014/main" id="{2D532438-4F9E-2DC6-9F64-FA8C279759D4}"/>
              </a:ext>
            </a:extLst>
          </p:cNvPr>
          <p:cNvSpPr/>
          <p:nvPr/>
        </p:nvSpPr>
        <p:spPr>
          <a:xfrm>
            <a:off x="11402041" y="184949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0" name="Rectangle: Rounded Corners 389">
            <a:extLst>
              <a:ext uri="{FF2B5EF4-FFF2-40B4-BE49-F238E27FC236}">
                <a16:creationId xmlns:a16="http://schemas.microsoft.com/office/drawing/2014/main" id="{07DBF25E-E2A4-5321-6E68-2D5C0ED9ED0B}"/>
              </a:ext>
            </a:extLst>
          </p:cNvPr>
          <p:cNvSpPr/>
          <p:nvPr/>
        </p:nvSpPr>
        <p:spPr>
          <a:xfrm>
            <a:off x="11402041" y="206895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1" name="Rectangle: Rounded Corners 390">
            <a:extLst>
              <a:ext uri="{FF2B5EF4-FFF2-40B4-BE49-F238E27FC236}">
                <a16:creationId xmlns:a16="http://schemas.microsoft.com/office/drawing/2014/main" id="{2E725C78-A5F2-702A-CA43-A406D37CC43F}"/>
              </a:ext>
            </a:extLst>
          </p:cNvPr>
          <p:cNvSpPr/>
          <p:nvPr/>
        </p:nvSpPr>
        <p:spPr>
          <a:xfrm>
            <a:off x="11402041" y="228841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3" name="Rectangle: Rounded Corners 392">
            <a:extLst>
              <a:ext uri="{FF2B5EF4-FFF2-40B4-BE49-F238E27FC236}">
                <a16:creationId xmlns:a16="http://schemas.microsoft.com/office/drawing/2014/main" id="{009E4220-0154-063A-4ACC-90E0D458C90A}"/>
              </a:ext>
            </a:extLst>
          </p:cNvPr>
          <p:cNvSpPr/>
          <p:nvPr/>
        </p:nvSpPr>
        <p:spPr>
          <a:xfrm>
            <a:off x="11402041" y="250786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4" name="Rectangle: Rounded Corners 393">
            <a:extLst>
              <a:ext uri="{FF2B5EF4-FFF2-40B4-BE49-F238E27FC236}">
                <a16:creationId xmlns:a16="http://schemas.microsoft.com/office/drawing/2014/main" id="{C53F16B3-A0D4-22A9-E04D-57B804D2C063}"/>
              </a:ext>
            </a:extLst>
          </p:cNvPr>
          <p:cNvSpPr/>
          <p:nvPr/>
        </p:nvSpPr>
        <p:spPr>
          <a:xfrm>
            <a:off x="11402041" y="272732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6" name="Rectangle: Rounded Corners 395">
            <a:extLst>
              <a:ext uri="{FF2B5EF4-FFF2-40B4-BE49-F238E27FC236}">
                <a16:creationId xmlns:a16="http://schemas.microsoft.com/office/drawing/2014/main" id="{6575B5E1-2564-B1F9-09CE-D8B650465770}"/>
              </a:ext>
            </a:extLst>
          </p:cNvPr>
          <p:cNvSpPr/>
          <p:nvPr/>
        </p:nvSpPr>
        <p:spPr>
          <a:xfrm>
            <a:off x="11402041" y="294826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7" name="Rectangle: Rounded Corners 396">
            <a:extLst>
              <a:ext uri="{FF2B5EF4-FFF2-40B4-BE49-F238E27FC236}">
                <a16:creationId xmlns:a16="http://schemas.microsoft.com/office/drawing/2014/main" id="{CCA2A61D-BAD1-AC1A-FFC3-17AFE7BA6F04}"/>
              </a:ext>
            </a:extLst>
          </p:cNvPr>
          <p:cNvSpPr/>
          <p:nvPr/>
        </p:nvSpPr>
        <p:spPr>
          <a:xfrm>
            <a:off x="11402041" y="316623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9" name="Rectangle: Rounded Corners 398">
            <a:extLst>
              <a:ext uri="{FF2B5EF4-FFF2-40B4-BE49-F238E27FC236}">
                <a16:creationId xmlns:a16="http://schemas.microsoft.com/office/drawing/2014/main" id="{46D497A6-8B9A-713D-3587-07DBF6EF21C9}"/>
              </a:ext>
            </a:extLst>
          </p:cNvPr>
          <p:cNvSpPr/>
          <p:nvPr/>
        </p:nvSpPr>
        <p:spPr>
          <a:xfrm>
            <a:off x="11402041" y="338114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0" name="Rectangle: Rounded Corners 399">
            <a:extLst>
              <a:ext uri="{FF2B5EF4-FFF2-40B4-BE49-F238E27FC236}">
                <a16:creationId xmlns:a16="http://schemas.microsoft.com/office/drawing/2014/main" id="{D41D42C5-7FE1-AE8E-3761-4EA092741B68}"/>
              </a:ext>
            </a:extLst>
          </p:cNvPr>
          <p:cNvSpPr/>
          <p:nvPr/>
        </p:nvSpPr>
        <p:spPr>
          <a:xfrm>
            <a:off x="11750842" y="97261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2" name="Rectangle: Rounded Corners 401">
            <a:extLst>
              <a:ext uri="{FF2B5EF4-FFF2-40B4-BE49-F238E27FC236}">
                <a16:creationId xmlns:a16="http://schemas.microsoft.com/office/drawing/2014/main" id="{39187FE9-A69E-7536-E156-AA3E0EF16AE4}"/>
              </a:ext>
            </a:extLst>
          </p:cNvPr>
          <p:cNvSpPr/>
          <p:nvPr/>
        </p:nvSpPr>
        <p:spPr>
          <a:xfrm>
            <a:off x="11750842" y="119206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3" name="Rectangle: Rounded Corners 402">
            <a:extLst>
              <a:ext uri="{FF2B5EF4-FFF2-40B4-BE49-F238E27FC236}">
                <a16:creationId xmlns:a16="http://schemas.microsoft.com/office/drawing/2014/main" id="{4691A091-0C61-5526-D170-80055DAB241F}"/>
              </a:ext>
            </a:extLst>
          </p:cNvPr>
          <p:cNvSpPr/>
          <p:nvPr/>
        </p:nvSpPr>
        <p:spPr>
          <a:xfrm>
            <a:off x="11750842" y="141152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5" name="Rectangle: Rounded Corners 404">
            <a:extLst>
              <a:ext uri="{FF2B5EF4-FFF2-40B4-BE49-F238E27FC236}">
                <a16:creationId xmlns:a16="http://schemas.microsoft.com/office/drawing/2014/main" id="{9752F6F9-6D7D-7738-1156-D3AEE12EEDB5}"/>
              </a:ext>
            </a:extLst>
          </p:cNvPr>
          <p:cNvSpPr/>
          <p:nvPr/>
        </p:nvSpPr>
        <p:spPr>
          <a:xfrm>
            <a:off x="11750842" y="163097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6" name="Rectangle: Rounded Corners 405">
            <a:extLst>
              <a:ext uri="{FF2B5EF4-FFF2-40B4-BE49-F238E27FC236}">
                <a16:creationId xmlns:a16="http://schemas.microsoft.com/office/drawing/2014/main" id="{A02CEECE-F30F-FC37-E4B1-911B6925694E}"/>
              </a:ext>
            </a:extLst>
          </p:cNvPr>
          <p:cNvSpPr/>
          <p:nvPr/>
        </p:nvSpPr>
        <p:spPr>
          <a:xfrm>
            <a:off x="11750842" y="185043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8" name="Rectangle: Rounded Corners 407">
            <a:extLst>
              <a:ext uri="{FF2B5EF4-FFF2-40B4-BE49-F238E27FC236}">
                <a16:creationId xmlns:a16="http://schemas.microsoft.com/office/drawing/2014/main" id="{2B916E30-1F61-F192-1C87-DA3170ECBA72}"/>
              </a:ext>
            </a:extLst>
          </p:cNvPr>
          <p:cNvSpPr/>
          <p:nvPr/>
        </p:nvSpPr>
        <p:spPr>
          <a:xfrm>
            <a:off x="11750842" y="206989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9" name="Rectangle: Rounded Corners 408">
            <a:extLst>
              <a:ext uri="{FF2B5EF4-FFF2-40B4-BE49-F238E27FC236}">
                <a16:creationId xmlns:a16="http://schemas.microsoft.com/office/drawing/2014/main" id="{C041319E-1E4E-EAC8-C424-A53E4427EE9C}"/>
              </a:ext>
            </a:extLst>
          </p:cNvPr>
          <p:cNvSpPr/>
          <p:nvPr/>
        </p:nvSpPr>
        <p:spPr>
          <a:xfrm>
            <a:off x="11750842" y="228934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1" name="Rectangle: Rounded Corners 410">
            <a:extLst>
              <a:ext uri="{FF2B5EF4-FFF2-40B4-BE49-F238E27FC236}">
                <a16:creationId xmlns:a16="http://schemas.microsoft.com/office/drawing/2014/main" id="{FADA2F78-2003-18D4-4959-404D0D52D2AA}"/>
              </a:ext>
            </a:extLst>
          </p:cNvPr>
          <p:cNvSpPr/>
          <p:nvPr/>
        </p:nvSpPr>
        <p:spPr>
          <a:xfrm>
            <a:off x="11750842" y="250880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2" name="Rectangle: Rounded Corners 411">
            <a:extLst>
              <a:ext uri="{FF2B5EF4-FFF2-40B4-BE49-F238E27FC236}">
                <a16:creationId xmlns:a16="http://schemas.microsoft.com/office/drawing/2014/main" id="{A5F43B98-0383-24C5-CE03-6E02383E2160}"/>
              </a:ext>
            </a:extLst>
          </p:cNvPr>
          <p:cNvSpPr/>
          <p:nvPr/>
        </p:nvSpPr>
        <p:spPr>
          <a:xfrm>
            <a:off x="11750842" y="272825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5" name="Rectangle: Rounded Corners 414">
            <a:extLst>
              <a:ext uri="{FF2B5EF4-FFF2-40B4-BE49-F238E27FC236}">
                <a16:creationId xmlns:a16="http://schemas.microsoft.com/office/drawing/2014/main" id="{E644EA9E-F0C0-934C-C89D-BEE8DE261D9E}"/>
              </a:ext>
            </a:extLst>
          </p:cNvPr>
          <p:cNvSpPr/>
          <p:nvPr/>
        </p:nvSpPr>
        <p:spPr>
          <a:xfrm>
            <a:off x="11750842" y="294919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6" name="Rectangle: Rounded Corners 415">
            <a:extLst>
              <a:ext uri="{FF2B5EF4-FFF2-40B4-BE49-F238E27FC236}">
                <a16:creationId xmlns:a16="http://schemas.microsoft.com/office/drawing/2014/main" id="{93C3E500-8C31-A7B6-B9E8-9D7BAFC30348}"/>
              </a:ext>
            </a:extLst>
          </p:cNvPr>
          <p:cNvSpPr/>
          <p:nvPr/>
        </p:nvSpPr>
        <p:spPr>
          <a:xfrm>
            <a:off x="11750842" y="316717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7" name="Rectangle: Rounded Corners 416">
            <a:extLst>
              <a:ext uri="{FF2B5EF4-FFF2-40B4-BE49-F238E27FC236}">
                <a16:creationId xmlns:a16="http://schemas.microsoft.com/office/drawing/2014/main" id="{C49201D9-D7B9-5796-F05F-A1D002A8C9BA}"/>
              </a:ext>
            </a:extLst>
          </p:cNvPr>
          <p:cNvSpPr/>
          <p:nvPr/>
        </p:nvSpPr>
        <p:spPr>
          <a:xfrm>
            <a:off x="11750842" y="338208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8" name="Rectangle: Rounded Corners 417">
            <a:extLst>
              <a:ext uri="{FF2B5EF4-FFF2-40B4-BE49-F238E27FC236}">
                <a16:creationId xmlns:a16="http://schemas.microsoft.com/office/drawing/2014/main" id="{F7509D11-29B9-E795-8A0E-B72F57E08754}"/>
              </a:ext>
            </a:extLst>
          </p:cNvPr>
          <p:cNvSpPr/>
          <p:nvPr/>
        </p:nvSpPr>
        <p:spPr>
          <a:xfrm>
            <a:off x="9902831" y="414509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9" name="Rectangle: Rounded Corners 418">
            <a:extLst>
              <a:ext uri="{FF2B5EF4-FFF2-40B4-BE49-F238E27FC236}">
                <a16:creationId xmlns:a16="http://schemas.microsoft.com/office/drawing/2014/main" id="{0EEB3869-74BB-CC2E-267F-7C2DC99A024F}"/>
              </a:ext>
            </a:extLst>
          </p:cNvPr>
          <p:cNvSpPr/>
          <p:nvPr/>
        </p:nvSpPr>
        <p:spPr>
          <a:xfrm>
            <a:off x="9902831" y="436455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0" name="Rectangle: Rounded Corners 419">
            <a:extLst>
              <a:ext uri="{FF2B5EF4-FFF2-40B4-BE49-F238E27FC236}">
                <a16:creationId xmlns:a16="http://schemas.microsoft.com/office/drawing/2014/main" id="{60633A3D-B730-9D37-07C0-3C8221152596}"/>
              </a:ext>
            </a:extLst>
          </p:cNvPr>
          <p:cNvSpPr/>
          <p:nvPr/>
        </p:nvSpPr>
        <p:spPr>
          <a:xfrm>
            <a:off x="9902831" y="458401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1" name="Rectangle: Rounded Corners 420">
            <a:extLst>
              <a:ext uri="{FF2B5EF4-FFF2-40B4-BE49-F238E27FC236}">
                <a16:creationId xmlns:a16="http://schemas.microsoft.com/office/drawing/2014/main" id="{928A97D5-DCC0-D27A-B1FD-17B8615503B7}"/>
              </a:ext>
            </a:extLst>
          </p:cNvPr>
          <p:cNvSpPr/>
          <p:nvPr/>
        </p:nvSpPr>
        <p:spPr>
          <a:xfrm>
            <a:off x="9902831" y="480346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2" name="Rectangle: Rounded Corners 421">
            <a:extLst>
              <a:ext uri="{FF2B5EF4-FFF2-40B4-BE49-F238E27FC236}">
                <a16:creationId xmlns:a16="http://schemas.microsoft.com/office/drawing/2014/main" id="{A5E0F1F8-5371-ABA1-8881-8E2EDD6BEC3C}"/>
              </a:ext>
            </a:extLst>
          </p:cNvPr>
          <p:cNvSpPr/>
          <p:nvPr/>
        </p:nvSpPr>
        <p:spPr>
          <a:xfrm>
            <a:off x="9902831" y="502292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3" name="Rectangle: Rounded Corners 422">
            <a:extLst>
              <a:ext uri="{FF2B5EF4-FFF2-40B4-BE49-F238E27FC236}">
                <a16:creationId xmlns:a16="http://schemas.microsoft.com/office/drawing/2014/main" id="{8D6C3A1B-8AE4-97F9-4A41-53DCE5DA0DB0}"/>
              </a:ext>
            </a:extLst>
          </p:cNvPr>
          <p:cNvSpPr/>
          <p:nvPr/>
        </p:nvSpPr>
        <p:spPr>
          <a:xfrm>
            <a:off x="9902831" y="524238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4" name="Rectangle: Rounded Corners 423">
            <a:extLst>
              <a:ext uri="{FF2B5EF4-FFF2-40B4-BE49-F238E27FC236}">
                <a16:creationId xmlns:a16="http://schemas.microsoft.com/office/drawing/2014/main" id="{54D1E080-FB9E-74FD-46F1-B0DD50C53E7E}"/>
              </a:ext>
            </a:extLst>
          </p:cNvPr>
          <p:cNvSpPr/>
          <p:nvPr/>
        </p:nvSpPr>
        <p:spPr>
          <a:xfrm>
            <a:off x="9902831" y="546183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5" name="Rectangle: Rounded Corners 424">
            <a:extLst>
              <a:ext uri="{FF2B5EF4-FFF2-40B4-BE49-F238E27FC236}">
                <a16:creationId xmlns:a16="http://schemas.microsoft.com/office/drawing/2014/main" id="{236C169D-FFBD-2D11-CB31-880F9A841440}"/>
              </a:ext>
            </a:extLst>
          </p:cNvPr>
          <p:cNvSpPr/>
          <p:nvPr/>
        </p:nvSpPr>
        <p:spPr>
          <a:xfrm>
            <a:off x="9902831" y="568129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6" name="Rectangle: Rounded Corners 425">
            <a:extLst>
              <a:ext uri="{FF2B5EF4-FFF2-40B4-BE49-F238E27FC236}">
                <a16:creationId xmlns:a16="http://schemas.microsoft.com/office/drawing/2014/main" id="{2793F3DE-A43C-F3CD-1A29-275DECBD148B}"/>
              </a:ext>
            </a:extLst>
          </p:cNvPr>
          <p:cNvSpPr/>
          <p:nvPr/>
        </p:nvSpPr>
        <p:spPr>
          <a:xfrm>
            <a:off x="9902831" y="590074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7" name="Rectangle: Rounded Corners 426">
            <a:extLst>
              <a:ext uri="{FF2B5EF4-FFF2-40B4-BE49-F238E27FC236}">
                <a16:creationId xmlns:a16="http://schemas.microsoft.com/office/drawing/2014/main" id="{925C65C7-D4D0-3D3D-2429-63B7E916BB07}"/>
              </a:ext>
            </a:extLst>
          </p:cNvPr>
          <p:cNvSpPr/>
          <p:nvPr/>
        </p:nvSpPr>
        <p:spPr>
          <a:xfrm>
            <a:off x="9902831" y="612168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28" name="Rectangle: Rounded Corners 427">
            <a:extLst>
              <a:ext uri="{FF2B5EF4-FFF2-40B4-BE49-F238E27FC236}">
                <a16:creationId xmlns:a16="http://schemas.microsoft.com/office/drawing/2014/main" id="{6E952225-9C28-B81F-AB67-9FAA81E75FD2}"/>
              </a:ext>
            </a:extLst>
          </p:cNvPr>
          <p:cNvSpPr/>
          <p:nvPr/>
        </p:nvSpPr>
        <p:spPr>
          <a:xfrm>
            <a:off x="9902831" y="3797299"/>
            <a:ext cx="672343"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L1</a:t>
            </a:r>
          </a:p>
        </p:txBody>
      </p:sp>
      <p:sp>
        <p:nvSpPr>
          <p:cNvPr id="429" name="Rectangle: Rounded Corners 428">
            <a:extLst>
              <a:ext uri="{FF2B5EF4-FFF2-40B4-BE49-F238E27FC236}">
                <a16:creationId xmlns:a16="http://schemas.microsoft.com/office/drawing/2014/main" id="{5F58584D-4D85-4E38-C3E2-7891E45E9710}"/>
              </a:ext>
            </a:extLst>
          </p:cNvPr>
          <p:cNvSpPr/>
          <p:nvPr/>
        </p:nvSpPr>
        <p:spPr>
          <a:xfrm>
            <a:off x="10643612" y="3797299"/>
            <a:ext cx="688136"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430" name="Rectangle: Rounded Corners 429">
            <a:extLst>
              <a:ext uri="{FF2B5EF4-FFF2-40B4-BE49-F238E27FC236}">
                <a16:creationId xmlns:a16="http://schemas.microsoft.com/office/drawing/2014/main" id="{B2ADD035-1E25-F9F6-0CD1-EA76C4677A12}"/>
              </a:ext>
            </a:extLst>
          </p:cNvPr>
          <p:cNvSpPr/>
          <p:nvPr/>
        </p:nvSpPr>
        <p:spPr>
          <a:xfrm>
            <a:off x="11400187" y="3796605"/>
            <a:ext cx="672343" cy="276860"/>
          </a:xfrm>
          <a:prstGeom prst="roundRect">
            <a:avLst/>
          </a:prstGeom>
          <a:solidFill>
            <a:srgbClr val="5B9B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L3</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1" name="Rectangle: Rounded Corners 430">
            <a:extLst>
              <a:ext uri="{FF2B5EF4-FFF2-40B4-BE49-F238E27FC236}">
                <a16:creationId xmlns:a16="http://schemas.microsoft.com/office/drawing/2014/main" id="{6546DD4C-530F-896B-2FD1-B03432C4B2BE}"/>
              </a:ext>
            </a:extLst>
          </p:cNvPr>
          <p:cNvSpPr/>
          <p:nvPr/>
        </p:nvSpPr>
        <p:spPr>
          <a:xfrm>
            <a:off x="10251632" y="414603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2" name="Rectangle: Rounded Corners 431">
            <a:extLst>
              <a:ext uri="{FF2B5EF4-FFF2-40B4-BE49-F238E27FC236}">
                <a16:creationId xmlns:a16="http://schemas.microsoft.com/office/drawing/2014/main" id="{B0216B12-F3F8-EB97-215E-81370898B680}"/>
              </a:ext>
            </a:extLst>
          </p:cNvPr>
          <p:cNvSpPr/>
          <p:nvPr/>
        </p:nvSpPr>
        <p:spPr>
          <a:xfrm>
            <a:off x="10251632" y="436549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3" name="Rectangle: Rounded Corners 432">
            <a:extLst>
              <a:ext uri="{FF2B5EF4-FFF2-40B4-BE49-F238E27FC236}">
                <a16:creationId xmlns:a16="http://schemas.microsoft.com/office/drawing/2014/main" id="{1AF55211-3C83-353C-29E2-0DDB5F9EE2A7}"/>
              </a:ext>
            </a:extLst>
          </p:cNvPr>
          <p:cNvSpPr/>
          <p:nvPr/>
        </p:nvSpPr>
        <p:spPr>
          <a:xfrm>
            <a:off x="10251632" y="458494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4" name="Rectangle: Rounded Corners 433">
            <a:extLst>
              <a:ext uri="{FF2B5EF4-FFF2-40B4-BE49-F238E27FC236}">
                <a16:creationId xmlns:a16="http://schemas.microsoft.com/office/drawing/2014/main" id="{90B4E30C-CF72-1D1F-F2ED-DD50B37AAF4C}"/>
              </a:ext>
            </a:extLst>
          </p:cNvPr>
          <p:cNvSpPr/>
          <p:nvPr/>
        </p:nvSpPr>
        <p:spPr>
          <a:xfrm>
            <a:off x="10251632" y="480440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5" name="Rectangle: Rounded Corners 434">
            <a:extLst>
              <a:ext uri="{FF2B5EF4-FFF2-40B4-BE49-F238E27FC236}">
                <a16:creationId xmlns:a16="http://schemas.microsoft.com/office/drawing/2014/main" id="{69C85090-1EAE-3972-E5D8-A5788849B872}"/>
              </a:ext>
            </a:extLst>
          </p:cNvPr>
          <p:cNvSpPr/>
          <p:nvPr/>
        </p:nvSpPr>
        <p:spPr>
          <a:xfrm>
            <a:off x="10251632" y="502386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6" name="Rectangle: Rounded Corners 435">
            <a:extLst>
              <a:ext uri="{FF2B5EF4-FFF2-40B4-BE49-F238E27FC236}">
                <a16:creationId xmlns:a16="http://schemas.microsoft.com/office/drawing/2014/main" id="{D89D5FE9-6265-3497-5013-BF0BA7A6CBD7}"/>
              </a:ext>
            </a:extLst>
          </p:cNvPr>
          <p:cNvSpPr/>
          <p:nvPr/>
        </p:nvSpPr>
        <p:spPr>
          <a:xfrm>
            <a:off x="10251632" y="524331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7" name="Rectangle: Rounded Corners 436">
            <a:extLst>
              <a:ext uri="{FF2B5EF4-FFF2-40B4-BE49-F238E27FC236}">
                <a16:creationId xmlns:a16="http://schemas.microsoft.com/office/drawing/2014/main" id="{F7D12B01-CBEC-EE40-EE2D-53E314D15CAD}"/>
              </a:ext>
            </a:extLst>
          </p:cNvPr>
          <p:cNvSpPr/>
          <p:nvPr/>
        </p:nvSpPr>
        <p:spPr>
          <a:xfrm>
            <a:off x="10251632" y="546277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8" name="Rectangle: Rounded Corners 437">
            <a:extLst>
              <a:ext uri="{FF2B5EF4-FFF2-40B4-BE49-F238E27FC236}">
                <a16:creationId xmlns:a16="http://schemas.microsoft.com/office/drawing/2014/main" id="{246B7013-EE6D-79EA-B278-3B83119FD5CB}"/>
              </a:ext>
            </a:extLst>
          </p:cNvPr>
          <p:cNvSpPr/>
          <p:nvPr/>
        </p:nvSpPr>
        <p:spPr>
          <a:xfrm>
            <a:off x="10251632" y="568222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9" name="Rectangle: Rounded Corners 438">
            <a:extLst>
              <a:ext uri="{FF2B5EF4-FFF2-40B4-BE49-F238E27FC236}">
                <a16:creationId xmlns:a16="http://schemas.microsoft.com/office/drawing/2014/main" id="{AA86E6E7-210F-1224-F6FB-A3AB2C21883B}"/>
              </a:ext>
            </a:extLst>
          </p:cNvPr>
          <p:cNvSpPr/>
          <p:nvPr/>
        </p:nvSpPr>
        <p:spPr>
          <a:xfrm>
            <a:off x="10251632" y="590168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0" name="Rectangle: Rounded Corners 439">
            <a:extLst>
              <a:ext uri="{FF2B5EF4-FFF2-40B4-BE49-F238E27FC236}">
                <a16:creationId xmlns:a16="http://schemas.microsoft.com/office/drawing/2014/main" id="{23D8290E-27F6-B7D0-869D-7F9B8A67416E}"/>
              </a:ext>
            </a:extLst>
          </p:cNvPr>
          <p:cNvSpPr/>
          <p:nvPr/>
        </p:nvSpPr>
        <p:spPr>
          <a:xfrm>
            <a:off x="10251632" y="612262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7" name="Rectangle: Rounded Corners 446">
            <a:extLst>
              <a:ext uri="{FF2B5EF4-FFF2-40B4-BE49-F238E27FC236}">
                <a16:creationId xmlns:a16="http://schemas.microsoft.com/office/drawing/2014/main" id="{AA14D996-ABB9-CF24-FEFB-65F45A583744}"/>
              </a:ext>
            </a:extLst>
          </p:cNvPr>
          <p:cNvSpPr/>
          <p:nvPr/>
        </p:nvSpPr>
        <p:spPr>
          <a:xfrm>
            <a:off x="10645891" y="414890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59" name="Rectangle: Rounded Corners 458">
            <a:extLst>
              <a:ext uri="{FF2B5EF4-FFF2-40B4-BE49-F238E27FC236}">
                <a16:creationId xmlns:a16="http://schemas.microsoft.com/office/drawing/2014/main" id="{87FCF91A-3B0F-CE37-6CB4-A18479CFFDC1}"/>
              </a:ext>
            </a:extLst>
          </p:cNvPr>
          <p:cNvSpPr/>
          <p:nvPr/>
        </p:nvSpPr>
        <p:spPr>
          <a:xfrm>
            <a:off x="10645891" y="436836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2" name="Rectangle: Rounded Corners 461">
            <a:extLst>
              <a:ext uri="{FF2B5EF4-FFF2-40B4-BE49-F238E27FC236}">
                <a16:creationId xmlns:a16="http://schemas.microsoft.com/office/drawing/2014/main" id="{CAF2F7B9-7A93-93E8-4D7F-E58C2C7C9A91}"/>
              </a:ext>
            </a:extLst>
          </p:cNvPr>
          <p:cNvSpPr/>
          <p:nvPr/>
        </p:nvSpPr>
        <p:spPr>
          <a:xfrm>
            <a:off x="10645891" y="458782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5" name="Rectangle: Rounded Corners 464">
            <a:extLst>
              <a:ext uri="{FF2B5EF4-FFF2-40B4-BE49-F238E27FC236}">
                <a16:creationId xmlns:a16="http://schemas.microsoft.com/office/drawing/2014/main" id="{B038E4B0-F1D2-C7D1-0C43-73BB1FCE2FD1}"/>
              </a:ext>
            </a:extLst>
          </p:cNvPr>
          <p:cNvSpPr/>
          <p:nvPr/>
        </p:nvSpPr>
        <p:spPr>
          <a:xfrm>
            <a:off x="10645891" y="480727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68" name="Rectangle: Rounded Corners 467">
            <a:extLst>
              <a:ext uri="{FF2B5EF4-FFF2-40B4-BE49-F238E27FC236}">
                <a16:creationId xmlns:a16="http://schemas.microsoft.com/office/drawing/2014/main" id="{D6239DDC-6206-7C22-0ABB-1735BBCEA235}"/>
              </a:ext>
            </a:extLst>
          </p:cNvPr>
          <p:cNvSpPr/>
          <p:nvPr/>
        </p:nvSpPr>
        <p:spPr>
          <a:xfrm>
            <a:off x="10645891" y="502673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1" name="Rectangle: Rounded Corners 470">
            <a:extLst>
              <a:ext uri="{FF2B5EF4-FFF2-40B4-BE49-F238E27FC236}">
                <a16:creationId xmlns:a16="http://schemas.microsoft.com/office/drawing/2014/main" id="{1BA78304-5855-75A6-F8DB-6D20AACFA779}"/>
              </a:ext>
            </a:extLst>
          </p:cNvPr>
          <p:cNvSpPr/>
          <p:nvPr/>
        </p:nvSpPr>
        <p:spPr>
          <a:xfrm>
            <a:off x="10645891" y="524619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4" name="Rectangle: Rounded Corners 473">
            <a:extLst>
              <a:ext uri="{FF2B5EF4-FFF2-40B4-BE49-F238E27FC236}">
                <a16:creationId xmlns:a16="http://schemas.microsoft.com/office/drawing/2014/main" id="{E9B024FA-AAE8-4012-35EA-EB431B95F049}"/>
              </a:ext>
            </a:extLst>
          </p:cNvPr>
          <p:cNvSpPr/>
          <p:nvPr/>
        </p:nvSpPr>
        <p:spPr>
          <a:xfrm>
            <a:off x="10645891" y="546564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7" name="Rectangle: Rounded Corners 476">
            <a:extLst>
              <a:ext uri="{FF2B5EF4-FFF2-40B4-BE49-F238E27FC236}">
                <a16:creationId xmlns:a16="http://schemas.microsoft.com/office/drawing/2014/main" id="{EAA397D7-82BC-8BE5-A019-0AE9EE9DB5FE}"/>
              </a:ext>
            </a:extLst>
          </p:cNvPr>
          <p:cNvSpPr/>
          <p:nvPr/>
        </p:nvSpPr>
        <p:spPr>
          <a:xfrm>
            <a:off x="10645891" y="568510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0" name="Rectangle: Rounded Corners 479">
            <a:extLst>
              <a:ext uri="{FF2B5EF4-FFF2-40B4-BE49-F238E27FC236}">
                <a16:creationId xmlns:a16="http://schemas.microsoft.com/office/drawing/2014/main" id="{212842ED-FBC8-949E-EDC2-7A72A7634D02}"/>
              </a:ext>
            </a:extLst>
          </p:cNvPr>
          <p:cNvSpPr/>
          <p:nvPr/>
        </p:nvSpPr>
        <p:spPr>
          <a:xfrm>
            <a:off x="10645891" y="590455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3" name="Rectangle: Rounded Corners 482">
            <a:extLst>
              <a:ext uri="{FF2B5EF4-FFF2-40B4-BE49-F238E27FC236}">
                <a16:creationId xmlns:a16="http://schemas.microsoft.com/office/drawing/2014/main" id="{15A4FCF6-76F3-8F23-9B9A-D198B371AD30}"/>
              </a:ext>
            </a:extLst>
          </p:cNvPr>
          <p:cNvSpPr/>
          <p:nvPr/>
        </p:nvSpPr>
        <p:spPr>
          <a:xfrm>
            <a:off x="10645891" y="612549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6" name="Rectangle: Rounded Corners 485">
            <a:extLst>
              <a:ext uri="{FF2B5EF4-FFF2-40B4-BE49-F238E27FC236}">
                <a16:creationId xmlns:a16="http://schemas.microsoft.com/office/drawing/2014/main" id="{6FB4069D-D172-7995-675C-86EE34C5B5B7}"/>
              </a:ext>
            </a:extLst>
          </p:cNvPr>
          <p:cNvSpPr/>
          <p:nvPr/>
        </p:nvSpPr>
        <p:spPr>
          <a:xfrm>
            <a:off x="10994692" y="414984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9" name="Rectangle: Rounded Corners 488">
            <a:extLst>
              <a:ext uri="{FF2B5EF4-FFF2-40B4-BE49-F238E27FC236}">
                <a16:creationId xmlns:a16="http://schemas.microsoft.com/office/drawing/2014/main" id="{C986BD67-E916-5556-945E-626058A4C0D5}"/>
              </a:ext>
            </a:extLst>
          </p:cNvPr>
          <p:cNvSpPr/>
          <p:nvPr/>
        </p:nvSpPr>
        <p:spPr>
          <a:xfrm>
            <a:off x="10994692" y="436930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2" name="Rectangle: Rounded Corners 491">
            <a:extLst>
              <a:ext uri="{FF2B5EF4-FFF2-40B4-BE49-F238E27FC236}">
                <a16:creationId xmlns:a16="http://schemas.microsoft.com/office/drawing/2014/main" id="{A2167488-5162-C32A-9181-D5F2F508D173}"/>
              </a:ext>
            </a:extLst>
          </p:cNvPr>
          <p:cNvSpPr/>
          <p:nvPr/>
        </p:nvSpPr>
        <p:spPr>
          <a:xfrm>
            <a:off x="10994692" y="458875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5" name="Rectangle: Rounded Corners 494">
            <a:extLst>
              <a:ext uri="{FF2B5EF4-FFF2-40B4-BE49-F238E27FC236}">
                <a16:creationId xmlns:a16="http://schemas.microsoft.com/office/drawing/2014/main" id="{44ECB01C-0A3F-06F1-657A-F2729A515E50}"/>
              </a:ext>
            </a:extLst>
          </p:cNvPr>
          <p:cNvSpPr/>
          <p:nvPr/>
        </p:nvSpPr>
        <p:spPr>
          <a:xfrm>
            <a:off x="10994692" y="480821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8" name="Rectangle: Rounded Corners 497">
            <a:extLst>
              <a:ext uri="{FF2B5EF4-FFF2-40B4-BE49-F238E27FC236}">
                <a16:creationId xmlns:a16="http://schemas.microsoft.com/office/drawing/2014/main" id="{AD8BD192-FEDA-0653-481D-D6E36D72F27B}"/>
              </a:ext>
            </a:extLst>
          </p:cNvPr>
          <p:cNvSpPr/>
          <p:nvPr/>
        </p:nvSpPr>
        <p:spPr>
          <a:xfrm>
            <a:off x="10994692" y="502767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01" name="Rectangle: Rounded Corners 500">
            <a:extLst>
              <a:ext uri="{FF2B5EF4-FFF2-40B4-BE49-F238E27FC236}">
                <a16:creationId xmlns:a16="http://schemas.microsoft.com/office/drawing/2014/main" id="{0DE25CE1-54CF-2B85-1756-B4F5A12DDBCE}"/>
              </a:ext>
            </a:extLst>
          </p:cNvPr>
          <p:cNvSpPr/>
          <p:nvPr/>
        </p:nvSpPr>
        <p:spPr>
          <a:xfrm>
            <a:off x="10994692" y="524712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04" name="Rectangle: Rounded Corners 503">
            <a:extLst>
              <a:ext uri="{FF2B5EF4-FFF2-40B4-BE49-F238E27FC236}">
                <a16:creationId xmlns:a16="http://schemas.microsoft.com/office/drawing/2014/main" id="{2EBE9747-999B-0BFF-536D-E1BF26E2DB59}"/>
              </a:ext>
            </a:extLst>
          </p:cNvPr>
          <p:cNvSpPr/>
          <p:nvPr/>
        </p:nvSpPr>
        <p:spPr>
          <a:xfrm>
            <a:off x="10994692" y="546658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07" name="Rectangle: Rounded Corners 506">
            <a:extLst>
              <a:ext uri="{FF2B5EF4-FFF2-40B4-BE49-F238E27FC236}">
                <a16:creationId xmlns:a16="http://schemas.microsoft.com/office/drawing/2014/main" id="{2702EA5F-9BEE-760F-1E52-03AD7F0D7B11}"/>
              </a:ext>
            </a:extLst>
          </p:cNvPr>
          <p:cNvSpPr/>
          <p:nvPr/>
        </p:nvSpPr>
        <p:spPr>
          <a:xfrm>
            <a:off x="10994692" y="568603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0" name="Rectangle: Rounded Corners 509">
            <a:extLst>
              <a:ext uri="{FF2B5EF4-FFF2-40B4-BE49-F238E27FC236}">
                <a16:creationId xmlns:a16="http://schemas.microsoft.com/office/drawing/2014/main" id="{5C17A1DD-8CD8-9F9C-3CD4-6A2CBE6353C3}"/>
              </a:ext>
            </a:extLst>
          </p:cNvPr>
          <p:cNvSpPr/>
          <p:nvPr/>
        </p:nvSpPr>
        <p:spPr>
          <a:xfrm>
            <a:off x="10994692" y="590549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3" name="Rectangle: Rounded Corners 512">
            <a:extLst>
              <a:ext uri="{FF2B5EF4-FFF2-40B4-BE49-F238E27FC236}">
                <a16:creationId xmlns:a16="http://schemas.microsoft.com/office/drawing/2014/main" id="{053985D5-0360-F893-011D-50DD74C283EE}"/>
              </a:ext>
            </a:extLst>
          </p:cNvPr>
          <p:cNvSpPr/>
          <p:nvPr/>
        </p:nvSpPr>
        <p:spPr>
          <a:xfrm>
            <a:off x="10994692" y="612643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6" name="Rectangle: Rounded Corners 515">
            <a:extLst>
              <a:ext uri="{FF2B5EF4-FFF2-40B4-BE49-F238E27FC236}">
                <a16:creationId xmlns:a16="http://schemas.microsoft.com/office/drawing/2014/main" id="{764D3B71-F6DD-61B2-0A0F-A826EBB2C424}"/>
              </a:ext>
            </a:extLst>
          </p:cNvPr>
          <p:cNvSpPr/>
          <p:nvPr/>
        </p:nvSpPr>
        <p:spPr>
          <a:xfrm>
            <a:off x="11402041" y="414750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9" name="Rectangle: Rounded Corners 518">
            <a:extLst>
              <a:ext uri="{FF2B5EF4-FFF2-40B4-BE49-F238E27FC236}">
                <a16:creationId xmlns:a16="http://schemas.microsoft.com/office/drawing/2014/main" id="{FE73C069-B126-2257-C6D6-1C36F95F14AF}"/>
              </a:ext>
            </a:extLst>
          </p:cNvPr>
          <p:cNvSpPr/>
          <p:nvPr/>
        </p:nvSpPr>
        <p:spPr>
          <a:xfrm>
            <a:off x="11402041" y="436696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2" name="Rectangle: Rounded Corners 521">
            <a:extLst>
              <a:ext uri="{FF2B5EF4-FFF2-40B4-BE49-F238E27FC236}">
                <a16:creationId xmlns:a16="http://schemas.microsoft.com/office/drawing/2014/main" id="{82B58357-3BE4-7612-E3B4-7ECD30DDC287}"/>
              </a:ext>
            </a:extLst>
          </p:cNvPr>
          <p:cNvSpPr/>
          <p:nvPr/>
        </p:nvSpPr>
        <p:spPr>
          <a:xfrm>
            <a:off x="11402041" y="458642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5" name="Rectangle: Rounded Corners 524">
            <a:extLst>
              <a:ext uri="{FF2B5EF4-FFF2-40B4-BE49-F238E27FC236}">
                <a16:creationId xmlns:a16="http://schemas.microsoft.com/office/drawing/2014/main" id="{4CAFDD42-035D-FA90-2A1C-4393BECAAC78}"/>
              </a:ext>
            </a:extLst>
          </p:cNvPr>
          <p:cNvSpPr/>
          <p:nvPr/>
        </p:nvSpPr>
        <p:spPr>
          <a:xfrm>
            <a:off x="11402041" y="480587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28" name="Rectangle: Rounded Corners 527">
            <a:extLst>
              <a:ext uri="{FF2B5EF4-FFF2-40B4-BE49-F238E27FC236}">
                <a16:creationId xmlns:a16="http://schemas.microsoft.com/office/drawing/2014/main" id="{4282C3B6-E3C2-1559-3575-2910A722647E}"/>
              </a:ext>
            </a:extLst>
          </p:cNvPr>
          <p:cNvSpPr/>
          <p:nvPr/>
        </p:nvSpPr>
        <p:spPr>
          <a:xfrm>
            <a:off x="11402041" y="5025334"/>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1" name="Rectangle: Rounded Corners 530">
            <a:extLst>
              <a:ext uri="{FF2B5EF4-FFF2-40B4-BE49-F238E27FC236}">
                <a16:creationId xmlns:a16="http://schemas.microsoft.com/office/drawing/2014/main" id="{D4B8C396-3C72-CE45-0AF2-3084EF0A23B1}"/>
              </a:ext>
            </a:extLst>
          </p:cNvPr>
          <p:cNvSpPr/>
          <p:nvPr/>
        </p:nvSpPr>
        <p:spPr>
          <a:xfrm>
            <a:off x="11402041" y="5244790"/>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4" name="Rectangle: Rounded Corners 533">
            <a:extLst>
              <a:ext uri="{FF2B5EF4-FFF2-40B4-BE49-F238E27FC236}">
                <a16:creationId xmlns:a16="http://schemas.microsoft.com/office/drawing/2014/main" id="{93040B77-9A50-0FD2-D23B-DEB182C0E29F}"/>
              </a:ext>
            </a:extLst>
          </p:cNvPr>
          <p:cNvSpPr/>
          <p:nvPr/>
        </p:nvSpPr>
        <p:spPr>
          <a:xfrm>
            <a:off x="11402041" y="546424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7" name="Rectangle: Rounded Corners 536">
            <a:extLst>
              <a:ext uri="{FF2B5EF4-FFF2-40B4-BE49-F238E27FC236}">
                <a16:creationId xmlns:a16="http://schemas.microsoft.com/office/drawing/2014/main" id="{F96D9C1E-F0D2-0E4D-7FED-F3EF78261A4E}"/>
              </a:ext>
            </a:extLst>
          </p:cNvPr>
          <p:cNvSpPr/>
          <p:nvPr/>
        </p:nvSpPr>
        <p:spPr>
          <a:xfrm>
            <a:off x="11402041" y="5683702"/>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0" name="Rectangle: Rounded Corners 539">
            <a:extLst>
              <a:ext uri="{FF2B5EF4-FFF2-40B4-BE49-F238E27FC236}">
                <a16:creationId xmlns:a16="http://schemas.microsoft.com/office/drawing/2014/main" id="{99855174-03D8-A08A-7E75-AADD5159DEC8}"/>
              </a:ext>
            </a:extLst>
          </p:cNvPr>
          <p:cNvSpPr/>
          <p:nvPr/>
        </p:nvSpPr>
        <p:spPr>
          <a:xfrm>
            <a:off x="11402041" y="590315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3" name="Rectangle: Rounded Corners 542">
            <a:extLst>
              <a:ext uri="{FF2B5EF4-FFF2-40B4-BE49-F238E27FC236}">
                <a16:creationId xmlns:a16="http://schemas.microsoft.com/office/drawing/2014/main" id="{79AF2F33-92E9-5CD4-6B08-B0F774F5E948}"/>
              </a:ext>
            </a:extLst>
          </p:cNvPr>
          <p:cNvSpPr/>
          <p:nvPr/>
        </p:nvSpPr>
        <p:spPr>
          <a:xfrm>
            <a:off x="11402041" y="6124098"/>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6" name="Rectangle: Rounded Corners 545">
            <a:extLst>
              <a:ext uri="{FF2B5EF4-FFF2-40B4-BE49-F238E27FC236}">
                <a16:creationId xmlns:a16="http://schemas.microsoft.com/office/drawing/2014/main" id="{AF35C7A5-A74B-499B-E2DA-E546919BC23A}"/>
              </a:ext>
            </a:extLst>
          </p:cNvPr>
          <p:cNvSpPr/>
          <p:nvPr/>
        </p:nvSpPr>
        <p:spPr>
          <a:xfrm>
            <a:off x="11750842" y="4148446"/>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9" name="Rectangle: Rounded Corners 548">
            <a:extLst>
              <a:ext uri="{FF2B5EF4-FFF2-40B4-BE49-F238E27FC236}">
                <a16:creationId xmlns:a16="http://schemas.microsoft.com/office/drawing/2014/main" id="{9D975C7B-7F5C-848B-3547-F8A1A0DB7010}"/>
              </a:ext>
            </a:extLst>
          </p:cNvPr>
          <p:cNvSpPr/>
          <p:nvPr/>
        </p:nvSpPr>
        <p:spPr>
          <a:xfrm>
            <a:off x="11750842" y="436790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2" name="Rectangle: Rounded Corners 551">
            <a:extLst>
              <a:ext uri="{FF2B5EF4-FFF2-40B4-BE49-F238E27FC236}">
                <a16:creationId xmlns:a16="http://schemas.microsoft.com/office/drawing/2014/main" id="{D6F278F7-D3A4-231E-AB52-29A119B5BACC}"/>
              </a:ext>
            </a:extLst>
          </p:cNvPr>
          <p:cNvSpPr/>
          <p:nvPr/>
        </p:nvSpPr>
        <p:spPr>
          <a:xfrm>
            <a:off x="11750842" y="458735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5" name="Rectangle: Rounded Corners 554">
            <a:extLst>
              <a:ext uri="{FF2B5EF4-FFF2-40B4-BE49-F238E27FC236}">
                <a16:creationId xmlns:a16="http://schemas.microsoft.com/office/drawing/2014/main" id="{EE5F9033-0EC3-E797-03CB-131331AA2EDA}"/>
              </a:ext>
            </a:extLst>
          </p:cNvPr>
          <p:cNvSpPr/>
          <p:nvPr/>
        </p:nvSpPr>
        <p:spPr>
          <a:xfrm>
            <a:off x="11750842" y="480681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8" name="Rectangle: Rounded Corners 557">
            <a:extLst>
              <a:ext uri="{FF2B5EF4-FFF2-40B4-BE49-F238E27FC236}">
                <a16:creationId xmlns:a16="http://schemas.microsoft.com/office/drawing/2014/main" id="{602F37D2-82B7-9C0C-11A7-A343CA2520E1}"/>
              </a:ext>
            </a:extLst>
          </p:cNvPr>
          <p:cNvSpPr/>
          <p:nvPr/>
        </p:nvSpPr>
        <p:spPr>
          <a:xfrm>
            <a:off x="11750842" y="5026271"/>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1" name="Rectangle: Rounded Corners 560">
            <a:extLst>
              <a:ext uri="{FF2B5EF4-FFF2-40B4-BE49-F238E27FC236}">
                <a16:creationId xmlns:a16="http://schemas.microsoft.com/office/drawing/2014/main" id="{D43C1B96-CA5D-493B-7C49-1F7219D03EA8}"/>
              </a:ext>
            </a:extLst>
          </p:cNvPr>
          <p:cNvSpPr/>
          <p:nvPr/>
        </p:nvSpPr>
        <p:spPr>
          <a:xfrm>
            <a:off x="11750842" y="5245727"/>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4" name="Rectangle: Rounded Corners 563">
            <a:extLst>
              <a:ext uri="{FF2B5EF4-FFF2-40B4-BE49-F238E27FC236}">
                <a16:creationId xmlns:a16="http://schemas.microsoft.com/office/drawing/2014/main" id="{956F43B3-0437-9D4F-1B4F-E4DFB4460545}"/>
              </a:ext>
            </a:extLst>
          </p:cNvPr>
          <p:cNvSpPr/>
          <p:nvPr/>
        </p:nvSpPr>
        <p:spPr>
          <a:xfrm>
            <a:off x="11750842" y="5465183"/>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7" name="Rectangle: Rounded Corners 566">
            <a:extLst>
              <a:ext uri="{FF2B5EF4-FFF2-40B4-BE49-F238E27FC236}">
                <a16:creationId xmlns:a16="http://schemas.microsoft.com/office/drawing/2014/main" id="{B22292A5-993D-37EA-0D0B-44C95B16D988}"/>
              </a:ext>
            </a:extLst>
          </p:cNvPr>
          <p:cNvSpPr/>
          <p:nvPr/>
        </p:nvSpPr>
        <p:spPr>
          <a:xfrm>
            <a:off x="11750842" y="5684639"/>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70" name="Rectangle: Rounded Corners 569">
            <a:extLst>
              <a:ext uri="{FF2B5EF4-FFF2-40B4-BE49-F238E27FC236}">
                <a16:creationId xmlns:a16="http://schemas.microsoft.com/office/drawing/2014/main" id="{51A93823-EF31-1D73-BC5A-D7598158B129}"/>
              </a:ext>
            </a:extLst>
          </p:cNvPr>
          <p:cNvSpPr/>
          <p:nvPr/>
        </p:nvSpPr>
        <p:spPr>
          <a:xfrm>
            <a:off x="11750842" y="590409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73" name="Rectangle: Rounded Corners 572">
            <a:extLst>
              <a:ext uri="{FF2B5EF4-FFF2-40B4-BE49-F238E27FC236}">
                <a16:creationId xmlns:a16="http://schemas.microsoft.com/office/drawing/2014/main" id="{C11A955E-2A3A-D6CF-F426-0AD0D41FA4B2}"/>
              </a:ext>
            </a:extLst>
          </p:cNvPr>
          <p:cNvSpPr/>
          <p:nvPr/>
        </p:nvSpPr>
        <p:spPr>
          <a:xfrm>
            <a:off x="11750842" y="6125035"/>
            <a:ext cx="319918" cy="1920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80" name="Rectangle: Rounded Corners 579">
            <a:extLst>
              <a:ext uri="{FF2B5EF4-FFF2-40B4-BE49-F238E27FC236}">
                <a16:creationId xmlns:a16="http://schemas.microsoft.com/office/drawing/2014/main" id="{0DFBAC74-01D7-5A54-1A73-E2E9C275B8EB}"/>
              </a:ext>
            </a:extLst>
          </p:cNvPr>
          <p:cNvSpPr/>
          <p:nvPr/>
        </p:nvSpPr>
        <p:spPr>
          <a:xfrm>
            <a:off x="1676351" y="6460256"/>
            <a:ext cx="353038"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L2</a:t>
            </a:r>
          </a:p>
        </p:txBody>
      </p:sp>
      <p:sp>
        <p:nvSpPr>
          <p:cNvPr id="583" name="Rectangle: Rounded Corners 582">
            <a:extLst>
              <a:ext uri="{FF2B5EF4-FFF2-40B4-BE49-F238E27FC236}">
                <a16:creationId xmlns:a16="http://schemas.microsoft.com/office/drawing/2014/main" id="{AD92C103-1803-86B0-E1AD-38F7B13BAE69}"/>
              </a:ext>
            </a:extLst>
          </p:cNvPr>
          <p:cNvSpPr/>
          <p:nvPr/>
        </p:nvSpPr>
        <p:spPr>
          <a:xfrm>
            <a:off x="1676351" y="6460255"/>
            <a:ext cx="1382806" cy="1825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Calibri" panose="020F0502020204030204"/>
                <a:ea typeface="+mn-ea"/>
                <a:cs typeface="+mn-cs"/>
              </a:rPr>
              <a:t>Static Training</a:t>
            </a: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193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2" descr="https://euc-powerpoint.officeapps.live.com/pods/GetClipboardImage.ashx?Id=b3234493-ec60-4c7f-89f6-b93ac8879f43&amp;DC=GEU9&amp;pkey=e077fcd9-c34d-43b6-b8e4-fde41ae19874&amp;wdwaccluster=GEU9">
            <a:extLst>
              <a:ext uri="{FF2B5EF4-FFF2-40B4-BE49-F238E27FC236}">
                <a16:creationId xmlns:a16="http://schemas.microsoft.com/office/drawing/2014/main" id="{AAE1220B-42F2-B8D7-158A-1EF80F7E8BB2}"/>
              </a:ext>
            </a:extLst>
          </p:cNvPr>
          <p:cNvSpPr txBox="1">
            <a:spLocks noChangeAspect="1" noChangeArrowheads="1"/>
          </p:cNvSpPr>
          <p:nvPr/>
        </p:nvSpPr>
        <p:spPr bwMode="auto">
          <a:xfrm>
            <a:off x="0" y="80682"/>
            <a:ext cx="6315423" cy="4303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Product Launches – 2024 Training Levels</a:t>
            </a:r>
          </a:p>
        </p:txBody>
      </p:sp>
      <p:sp>
        <p:nvSpPr>
          <p:cNvPr id="39" name="Rectangle: Rounded Corners 38">
            <a:extLst>
              <a:ext uri="{FF2B5EF4-FFF2-40B4-BE49-F238E27FC236}">
                <a16:creationId xmlns:a16="http://schemas.microsoft.com/office/drawing/2014/main" id="{81308362-FBCB-1915-919C-1B1822071AC6}"/>
              </a:ext>
            </a:extLst>
          </p:cNvPr>
          <p:cNvSpPr/>
          <p:nvPr/>
        </p:nvSpPr>
        <p:spPr>
          <a:xfrm>
            <a:off x="599785" y="792950"/>
            <a:ext cx="5213024"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Product Launch Level 1: E-Learning Introduction</a:t>
            </a:r>
          </a:p>
        </p:txBody>
      </p:sp>
      <p:sp>
        <p:nvSpPr>
          <p:cNvPr id="40" name="Rectangle: Rounded Corners 39">
            <a:extLst>
              <a:ext uri="{FF2B5EF4-FFF2-40B4-BE49-F238E27FC236}">
                <a16:creationId xmlns:a16="http://schemas.microsoft.com/office/drawing/2014/main" id="{9B90471D-3E0E-67AF-C7C5-0145C165D032}"/>
              </a:ext>
            </a:extLst>
          </p:cNvPr>
          <p:cNvSpPr/>
          <p:nvPr/>
        </p:nvSpPr>
        <p:spPr>
          <a:xfrm>
            <a:off x="554904" y="745774"/>
            <a:ext cx="5350596" cy="279117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Rectangle: Rounded Corners 40">
            <a:extLst>
              <a:ext uri="{FF2B5EF4-FFF2-40B4-BE49-F238E27FC236}">
                <a16:creationId xmlns:a16="http://schemas.microsoft.com/office/drawing/2014/main" id="{DEB5F45B-6F39-62E4-2041-25239F20B727}"/>
              </a:ext>
            </a:extLst>
          </p:cNvPr>
          <p:cNvSpPr/>
          <p:nvPr/>
        </p:nvSpPr>
        <p:spPr>
          <a:xfrm>
            <a:off x="594706" y="1201766"/>
            <a:ext cx="5218795" cy="2271684"/>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All new Vehicles are to be introduced to all “Front of House” staff through an interactive E-Learning Module.  The course will give the delegates a basic understanding of the vehicle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Level 1 will be a pre-requisite for all following courses.  Failure to complete Level will exclude the delegate from all other Product Training.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1 will be mandatory for:</a:t>
            </a: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1 will be advisory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Managers			Dealer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Executives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Service Managers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Service Advisors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GROs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Rectangle: Rounded Corners 45">
            <a:extLst>
              <a:ext uri="{FF2B5EF4-FFF2-40B4-BE49-F238E27FC236}">
                <a16:creationId xmlns:a16="http://schemas.microsoft.com/office/drawing/2014/main" id="{357784D6-D896-585A-6DF5-2D763F8D2DB8}"/>
              </a:ext>
            </a:extLst>
          </p:cNvPr>
          <p:cNvSpPr/>
          <p:nvPr/>
        </p:nvSpPr>
        <p:spPr>
          <a:xfrm>
            <a:off x="6397335" y="792950"/>
            <a:ext cx="5213024"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Product Launch Level 2: Static Training</a:t>
            </a:r>
          </a:p>
        </p:txBody>
      </p:sp>
      <p:sp>
        <p:nvSpPr>
          <p:cNvPr id="47" name="Rectangle: Rounded Corners 46">
            <a:extLst>
              <a:ext uri="{FF2B5EF4-FFF2-40B4-BE49-F238E27FC236}">
                <a16:creationId xmlns:a16="http://schemas.microsoft.com/office/drawing/2014/main" id="{B0DC4CAB-C4F2-1551-75A9-83002C164B3B}"/>
              </a:ext>
            </a:extLst>
          </p:cNvPr>
          <p:cNvSpPr/>
          <p:nvPr/>
        </p:nvSpPr>
        <p:spPr>
          <a:xfrm>
            <a:off x="6352454" y="745774"/>
            <a:ext cx="5350596" cy="279117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Rectangle: Rounded Corners 51">
            <a:extLst>
              <a:ext uri="{FF2B5EF4-FFF2-40B4-BE49-F238E27FC236}">
                <a16:creationId xmlns:a16="http://schemas.microsoft.com/office/drawing/2014/main" id="{2C382222-59F6-91D7-3349-8A1AD054E301}"/>
              </a:ext>
            </a:extLst>
          </p:cNvPr>
          <p:cNvSpPr/>
          <p:nvPr/>
        </p:nvSpPr>
        <p:spPr>
          <a:xfrm>
            <a:off x="6392256" y="1201766"/>
            <a:ext cx="5218795" cy="2271684"/>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The static training will be the first physical interaction that the delegates will have with the new Vehicle.  The course will allow the delegates to have a more in depth understanding.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Level 2 will be off site.  This will ensure that the delegates give their full attention to the training.  Venue will be selected depending upon the Brand and characteristics of the vehicle.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2 will be mandatory for:</a:t>
            </a: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2 will be advisory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Managers 			Dealer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Executives			Service Managers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Service Advisors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GRO’s</a:t>
            </a:r>
          </a:p>
        </p:txBody>
      </p:sp>
      <p:sp>
        <p:nvSpPr>
          <p:cNvPr id="53" name="Rectangle: Rounded Corners 52">
            <a:extLst>
              <a:ext uri="{FF2B5EF4-FFF2-40B4-BE49-F238E27FC236}">
                <a16:creationId xmlns:a16="http://schemas.microsoft.com/office/drawing/2014/main" id="{0378D3E1-4270-C83A-FEC1-8FEABEF5FD6F}"/>
              </a:ext>
            </a:extLst>
          </p:cNvPr>
          <p:cNvSpPr/>
          <p:nvPr/>
        </p:nvSpPr>
        <p:spPr>
          <a:xfrm>
            <a:off x="599785" y="3785563"/>
            <a:ext cx="5213024"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Product Launch Level 3: Dynamic Training</a:t>
            </a:r>
          </a:p>
        </p:txBody>
      </p:sp>
      <p:sp>
        <p:nvSpPr>
          <p:cNvPr id="54" name="Rectangle: Rounded Corners 53">
            <a:extLst>
              <a:ext uri="{FF2B5EF4-FFF2-40B4-BE49-F238E27FC236}">
                <a16:creationId xmlns:a16="http://schemas.microsoft.com/office/drawing/2014/main" id="{BDF2694F-3B34-89B9-05E1-90E225BABE09}"/>
              </a:ext>
            </a:extLst>
          </p:cNvPr>
          <p:cNvSpPr/>
          <p:nvPr/>
        </p:nvSpPr>
        <p:spPr>
          <a:xfrm>
            <a:off x="554904" y="3738387"/>
            <a:ext cx="5350596" cy="279117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Rectangle: Rounded Corners 54">
            <a:extLst>
              <a:ext uri="{FF2B5EF4-FFF2-40B4-BE49-F238E27FC236}">
                <a16:creationId xmlns:a16="http://schemas.microsoft.com/office/drawing/2014/main" id="{B5203E07-EB44-E6F8-DA2B-856F73415A40}"/>
              </a:ext>
            </a:extLst>
          </p:cNvPr>
          <p:cNvSpPr/>
          <p:nvPr/>
        </p:nvSpPr>
        <p:spPr>
          <a:xfrm>
            <a:off x="594706" y="4194379"/>
            <a:ext cx="5218795" cy="2271684"/>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Dynamic training will only take place once the vehicles are available in the dealerships and Demo vehicles are available for test drive.  The course will ensure the delegates are fully conversant with the vehicle, including its KPI’s against the competition.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Level 3 will take place within the dealerships and will give delegates “Home” advantage.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3 will be mandatory for:</a:t>
            </a: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3 will be advisory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Executives			Service Managers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57" name="Rectangle: Rounded Corners 56">
            <a:extLst>
              <a:ext uri="{FF2B5EF4-FFF2-40B4-BE49-F238E27FC236}">
                <a16:creationId xmlns:a16="http://schemas.microsoft.com/office/drawing/2014/main" id="{47BE2FF6-E18A-3BBF-4E80-99F004C5339D}"/>
              </a:ext>
            </a:extLst>
          </p:cNvPr>
          <p:cNvSpPr/>
          <p:nvPr/>
        </p:nvSpPr>
        <p:spPr>
          <a:xfrm>
            <a:off x="6352454" y="3738387"/>
            <a:ext cx="5350596" cy="2791176"/>
          </a:xfrm>
          <a:prstGeom prst="roundRect">
            <a:avLst>
              <a:gd name="adj" fmla="val 4076"/>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Rounded Corners 57">
            <a:extLst>
              <a:ext uri="{FF2B5EF4-FFF2-40B4-BE49-F238E27FC236}">
                <a16:creationId xmlns:a16="http://schemas.microsoft.com/office/drawing/2014/main" id="{F5BB2DDF-9030-5A35-DCF4-68F56079ED5D}"/>
              </a:ext>
            </a:extLst>
          </p:cNvPr>
          <p:cNvSpPr/>
          <p:nvPr/>
        </p:nvSpPr>
        <p:spPr>
          <a:xfrm>
            <a:off x="6392256" y="4194379"/>
            <a:ext cx="5218795" cy="2271684"/>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Level 4 will not form part of the actual Vehicle Launch but will be an in-depth E-Learning module designed for delegates who missed the Product Launch or have joined the company after the Product Launches.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The Library will be back dated to cover all Vehicles Launched from 2023 onwards.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4 will be mandatory for:</a:t>
            </a: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000" b="1" i="0" u="sng" strike="noStrike" kern="1200" cap="none" spc="0" normalizeH="0" baseline="0" noProof="0" dirty="0">
                <a:ln>
                  <a:noFill/>
                </a:ln>
                <a:solidFill>
                  <a:prstClr val="black"/>
                </a:solidFill>
                <a:effectLst/>
                <a:uLnTx/>
                <a:uFillTx/>
                <a:latin typeface="Calibri" panose="020F0502020204030204"/>
                <a:ea typeface="+mn-ea"/>
                <a:cs typeface="+mn-cs"/>
              </a:rPr>
              <a:t>Level 4 will be advisory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Managers			Dealer Principles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Sales Executives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Service Managers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Service Advisors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GROs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Rectangle: Rounded Corners 58">
            <a:extLst>
              <a:ext uri="{FF2B5EF4-FFF2-40B4-BE49-F238E27FC236}">
                <a16:creationId xmlns:a16="http://schemas.microsoft.com/office/drawing/2014/main" id="{D3EBD1E1-6709-EAE1-D8F4-4DDD8059B875}"/>
              </a:ext>
            </a:extLst>
          </p:cNvPr>
          <p:cNvSpPr/>
          <p:nvPr/>
        </p:nvSpPr>
        <p:spPr>
          <a:xfrm>
            <a:off x="6392256" y="3785563"/>
            <a:ext cx="5213024"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Product Launch Level 4: E-Learning Library</a:t>
            </a:r>
          </a:p>
        </p:txBody>
      </p:sp>
      <p:sp>
        <p:nvSpPr>
          <p:cNvPr id="60" name="Rectangle: Rounded Corners 59">
            <a:extLst>
              <a:ext uri="{FF2B5EF4-FFF2-40B4-BE49-F238E27FC236}">
                <a16:creationId xmlns:a16="http://schemas.microsoft.com/office/drawing/2014/main" id="{43AB90B6-0339-5C73-C6F3-7BAF7666E432}"/>
              </a:ext>
            </a:extLst>
          </p:cNvPr>
          <p:cNvSpPr/>
          <p:nvPr/>
        </p:nvSpPr>
        <p:spPr>
          <a:xfrm>
            <a:off x="60216" y="76988"/>
            <a:ext cx="12074634" cy="6654012"/>
          </a:xfrm>
          <a:prstGeom prst="roundRect">
            <a:avLst>
              <a:gd name="adj" fmla="val 1881"/>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9912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7C514801-EE41-E39B-6F6F-A96C4CA3A294}"/>
              </a:ext>
            </a:extLst>
          </p:cNvPr>
          <p:cNvSpPr/>
          <p:nvPr/>
        </p:nvSpPr>
        <p:spPr>
          <a:xfrm>
            <a:off x="8806220" y="1349503"/>
            <a:ext cx="2576255" cy="36164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a:t>
            </a:r>
          </a:p>
        </p:txBody>
      </p:sp>
      <p:sp>
        <p:nvSpPr>
          <p:cNvPr id="8" name="Rectangle: Rounded Corners 7">
            <a:extLst>
              <a:ext uri="{FF2B5EF4-FFF2-40B4-BE49-F238E27FC236}">
                <a16:creationId xmlns:a16="http://schemas.microsoft.com/office/drawing/2014/main" id="{C0A760BA-079A-A446-3DD6-5ADB63973C7B}"/>
              </a:ext>
            </a:extLst>
          </p:cNvPr>
          <p:cNvSpPr/>
          <p:nvPr/>
        </p:nvSpPr>
        <p:spPr>
          <a:xfrm>
            <a:off x="6786921" y="1349503"/>
            <a:ext cx="2421544" cy="36164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5 Days</a:t>
            </a:r>
          </a:p>
        </p:txBody>
      </p:sp>
      <p:sp>
        <p:nvSpPr>
          <p:cNvPr id="7" name="Rectangle: Rounded Corners 6">
            <a:extLst>
              <a:ext uri="{FF2B5EF4-FFF2-40B4-BE49-F238E27FC236}">
                <a16:creationId xmlns:a16="http://schemas.microsoft.com/office/drawing/2014/main" id="{36898967-83C6-B914-8D8A-D37CA2F35508}"/>
              </a:ext>
            </a:extLst>
          </p:cNvPr>
          <p:cNvSpPr/>
          <p:nvPr/>
        </p:nvSpPr>
        <p:spPr>
          <a:xfrm>
            <a:off x="4701196" y="1349503"/>
            <a:ext cx="2327024" cy="36164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10 Days</a:t>
            </a:r>
          </a:p>
        </p:txBody>
      </p:sp>
      <p:sp>
        <p:nvSpPr>
          <p:cNvPr id="4" name="Rectangle: Rounded Corners 3">
            <a:extLst>
              <a:ext uri="{FF2B5EF4-FFF2-40B4-BE49-F238E27FC236}">
                <a16:creationId xmlns:a16="http://schemas.microsoft.com/office/drawing/2014/main" id="{2CE01F7F-0ECD-CA1F-88F4-72B8B33A643A}"/>
              </a:ext>
            </a:extLst>
          </p:cNvPr>
          <p:cNvSpPr/>
          <p:nvPr/>
        </p:nvSpPr>
        <p:spPr>
          <a:xfrm>
            <a:off x="2520951" y="1349503"/>
            <a:ext cx="2327024" cy="36164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20 Days</a:t>
            </a:r>
          </a:p>
        </p:txBody>
      </p:sp>
      <p:sp>
        <p:nvSpPr>
          <p:cNvPr id="9" name="AutoShape 2" descr="https://euc-powerpoint.officeapps.live.com/pods/GetClipboardImage.ashx?Id=b3234493-ec60-4c7f-89f6-b93ac8879f43&amp;DC=GEU9&amp;pkey=e077fcd9-c34d-43b6-b8e4-fde41ae19874&amp;wdwaccluster=GEU9">
            <a:extLst>
              <a:ext uri="{FF2B5EF4-FFF2-40B4-BE49-F238E27FC236}">
                <a16:creationId xmlns:a16="http://schemas.microsoft.com/office/drawing/2014/main" id="{AAE1220B-42F2-B8D7-158A-1EF80F7E8BB2}"/>
              </a:ext>
            </a:extLst>
          </p:cNvPr>
          <p:cNvSpPr txBox="1">
            <a:spLocks noChangeAspect="1" noChangeArrowheads="1"/>
          </p:cNvSpPr>
          <p:nvPr/>
        </p:nvSpPr>
        <p:spPr bwMode="auto">
          <a:xfrm>
            <a:off x="0" y="80682"/>
            <a:ext cx="6315423" cy="4303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Product Launches – 2024 Planner</a:t>
            </a:r>
          </a:p>
        </p:txBody>
      </p:sp>
      <p:sp>
        <p:nvSpPr>
          <p:cNvPr id="38" name="Rectangle: Rounded Corners 37">
            <a:extLst>
              <a:ext uri="{FF2B5EF4-FFF2-40B4-BE49-F238E27FC236}">
                <a16:creationId xmlns:a16="http://schemas.microsoft.com/office/drawing/2014/main" id="{8A2E98E1-3872-340E-DD87-5E128FAFA493}"/>
              </a:ext>
            </a:extLst>
          </p:cNvPr>
          <p:cNvSpPr/>
          <p:nvPr/>
        </p:nvSpPr>
        <p:spPr>
          <a:xfrm>
            <a:off x="60216" y="76988"/>
            <a:ext cx="12074634" cy="6654012"/>
          </a:xfrm>
          <a:prstGeom prst="roundRect">
            <a:avLst>
              <a:gd name="adj" fmla="val 1881"/>
            </a:avLst>
          </a:prstGeom>
          <a:no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Rounded Corners 2">
            <a:extLst>
              <a:ext uri="{FF2B5EF4-FFF2-40B4-BE49-F238E27FC236}">
                <a16:creationId xmlns:a16="http://schemas.microsoft.com/office/drawing/2014/main" id="{D2C0A967-1E81-A185-FA52-E4276EEE8F2E}"/>
              </a:ext>
            </a:extLst>
          </p:cNvPr>
          <p:cNvSpPr/>
          <p:nvPr/>
        </p:nvSpPr>
        <p:spPr>
          <a:xfrm>
            <a:off x="582006" y="1049602"/>
            <a:ext cx="10800469" cy="2364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L1: E-Learning </a:t>
            </a:r>
          </a:p>
        </p:txBody>
      </p:sp>
      <p:sp>
        <p:nvSpPr>
          <p:cNvPr id="5" name="Rectangle: Rounded Corners 4">
            <a:extLst>
              <a:ext uri="{FF2B5EF4-FFF2-40B4-BE49-F238E27FC236}">
                <a16:creationId xmlns:a16="http://schemas.microsoft.com/office/drawing/2014/main" id="{572DD7C1-4A7D-C233-EC03-46BD7635014D}"/>
              </a:ext>
            </a:extLst>
          </p:cNvPr>
          <p:cNvSpPr/>
          <p:nvPr/>
        </p:nvSpPr>
        <p:spPr>
          <a:xfrm>
            <a:off x="582005"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Script Prep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3DE35FD5-9076-83B8-7D5E-7DAC81B7F490}"/>
              </a:ext>
            </a:extLst>
          </p:cNvPr>
          <p:cNvSpPr/>
          <p:nvPr/>
        </p:nvSpPr>
        <p:spPr>
          <a:xfrm>
            <a:off x="582005" y="1747781"/>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2" name="Rectangle: Rounded Corners 1">
            <a:extLst>
              <a:ext uri="{FF2B5EF4-FFF2-40B4-BE49-F238E27FC236}">
                <a16:creationId xmlns:a16="http://schemas.microsoft.com/office/drawing/2014/main" id="{CAA3606A-A008-2520-3A24-A6F1F2B9439C}"/>
              </a:ext>
            </a:extLst>
          </p:cNvPr>
          <p:cNvSpPr/>
          <p:nvPr/>
        </p:nvSpPr>
        <p:spPr>
          <a:xfrm>
            <a:off x="582005" y="1349503"/>
            <a:ext cx="2180245"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30 Days</a:t>
            </a:r>
          </a:p>
        </p:txBody>
      </p:sp>
      <p:sp>
        <p:nvSpPr>
          <p:cNvPr id="16" name="Rectangle: Rounded Corners 15">
            <a:extLst>
              <a:ext uri="{FF2B5EF4-FFF2-40B4-BE49-F238E27FC236}">
                <a16:creationId xmlns:a16="http://schemas.microsoft.com/office/drawing/2014/main" id="{C4C7918A-4FA6-7698-E9FA-28DF03FB2414}"/>
              </a:ext>
            </a:extLst>
          </p:cNvPr>
          <p:cNvSpPr/>
          <p:nvPr/>
        </p:nvSpPr>
        <p:spPr>
          <a:xfrm>
            <a:off x="1667151"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17" name="Rectangle: Rounded Corners 16">
            <a:extLst>
              <a:ext uri="{FF2B5EF4-FFF2-40B4-BE49-F238E27FC236}">
                <a16:creationId xmlns:a16="http://schemas.microsoft.com/office/drawing/2014/main" id="{F5A45DA0-F280-688E-0EE1-C66BB098B386}"/>
              </a:ext>
            </a:extLst>
          </p:cNvPr>
          <p:cNvSpPr/>
          <p:nvPr/>
        </p:nvSpPr>
        <p:spPr>
          <a:xfrm>
            <a:off x="1667151" y="1747781"/>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18" name="Rectangle: Rounded Corners 17">
            <a:extLst>
              <a:ext uri="{FF2B5EF4-FFF2-40B4-BE49-F238E27FC236}">
                <a16:creationId xmlns:a16="http://schemas.microsoft.com/office/drawing/2014/main" id="{B3E4DCFD-5A84-8E55-7EAF-99BE643551F0}"/>
              </a:ext>
            </a:extLst>
          </p:cNvPr>
          <p:cNvSpPr/>
          <p:nvPr/>
        </p:nvSpPr>
        <p:spPr>
          <a:xfrm>
            <a:off x="2749551"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Script Review</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555A1E9B-9B5F-97CD-692C-A4AB11D73187}"/>
              </a:ext>
            </a:extLst>
          </p:cNvPr>
          <p:cNvSpPr/>
          <p:nvPr/>
        </p:nvSpPr>
        <p:spPr>
          <a:xfrm>
            <a:off x="2749551" y="1747781"/>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20" name="Rectangle: Rounded Corners 19">
            <a:extLst>
              <a:ext uri="{FF2B5EF4-FFF2-40B4-BE49-F238E27FC236}">
                <a16:creationId xmlns:a16="http://schemas.microsoft.com/office/drawing/2014/main" id="{3435AB79-92CD-B452-2DAE-BB5A5BE7D569}"/>
              </a:ext>
            </a:extLst>
          </p:cNvPr>
          <p:cNvSpPr/>
          <p:nvPr/>
        </p:nvSpPr>
        <p:spPr>
          <a:xfrm>
            <a:off x="3834697"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Product Market</a:t>
            </a:r>
          </a:p>
        </p:txBody>
      </p:sp>
      <p:sp>
        <p:nvSpPr>
          <p:cNvPr id="21" name="Rectangle: Rounded Corners 20">
            <a:extLst>
              <a:ext uri="{FF2B5EF4-FFF2-40B4-BE49-F238E27FC236}">
                <a16:creationId xmlns:a16="http://schemas.microsoft.com/office/drawing/2014/main" id="{AA12B39A-B853-26C7-E499-48CECCC0DA86}"/>
              </a:ext>
            </a:extLst>
          </p:cNvPr>
          <p:cNvSpPr/>
          <p:nvPr/>
        </p:nvSpPr>
        <p:spPr>
          <a:xfrm>
            <a:off x="3834697" y="1747781"/>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22" name="Rectangle: Rounded Corners 21">
            <a:extLst>
              <a:ext uri="{FF2B5EF4-FFF2-40B4-BE49-F238E27FC236}">
                <a16:creationId xmlns:a16="http://schemas.microsoft.com/office/drawing/2014/main" id="{12BF555F-C700-71AD-3FDC-520DD17B7C47}"/>
              </a:ext>
            </a:extLst>
          </p:cNvPr>
          <p:cNvSpPr/>
          <p:nvPr/>
        </p:nvSpPr>
        <p:spPr>
          <a:xfrm>
            <a:off x="4924335"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Content Prep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Content Review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Sign off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Rounded Corners 22">
            <a:extLst>
              <a:ext uri="{FF2B5EF4-FFF2-40B4-BE49-F238E27FC236}">
                <a16:creationId xmlns:a16="http://schemas.microsoft.com/office/drawing/2014/main" id="{0AFDB7E1-DF24-5D1C-03C7-F52592A8D045}"/>
              </a:ext>
            </a:extLst>
          </p:cNvPr>
          <p:cNvSpPr/>
          <p:nvPr/>
        </p:nvSpPr>
        <p:spPr>
          <a:xfrm>
            <a:off x="4924335" y="1747781"/>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24" name="Rectangle: Rounded Corners 23">
            <a:extLst>
              <a:ext uri="{FF2B5EF4-FFF2-40B4-BE49-F238E27FC236}">
                <a16:creationId xmlns:a16="http://schemas.microsoft.com/office/drawing/2014/main" id="{296385C4-5148-69A0-D238-7AFB34F190FA}"/>
              </a:ext>
            </a:extLst>
          </p:cNvPr>
          <p:cNvSpPr/>
          <p:nvPr/>
        </p:nvSpPr>
        <p:spPr>
          <a:xfrm>
            <a:off x="6009481"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 &amp; Brand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Brand</a:t>
            </a:r>
          </a:p>
        </p:txBody>
      </p:sp>
      <p:sp>
        <p:nvSpPr>
          <p:cNvPr id="25" name="Rectangle: Rounded Corners 24">
            <a:extLst>
              <a:ext uri="{FF2B5EF4-FFF2-40B4-BE49-F238E27FC236}">
                <a16:creationId xmlns:a16="http://schemas.microsoft.com/office/drawing/2014/main" id="{E20C711C-FB8F-082A-51B9-3D153375FCA3}"/>
              </a:ext>
            </a:extLst>
          </p:cNvPr>
          <p:cNvSpPr/>
          <p:nvPr/>
        </p:nvSpPr>
        <p:spPr>
          <a:xfrm>
            <a:off x="6009481" y="1747781"/>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26" name="Rectangle: Rounded Corners 25">
            <a:extLst>
              <a:ext uri="{FF2B5EF4-FFF2-40B4-BE49-F238E27FC236}">
                <a16:creationId xmlns:a16="http://schemas.microsoft.com/office/drawing/2014/main" id="{3E7CBEFE-F40C-059F-1676-7A506860CE7D}"/>
              </a:ext>
            </a:extLst>
          </p:cNvPr>
          <p:cNvSpPr/>
          <p:nvPr/>
        </p:nvSpPr>
        <p:spPr>
          <a:xfrm>
            <a:off x="7108737"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Creation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E-Learn Upload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E-Learn Comms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Rounded Corners 26">
            <a:extLst>
              <a:ext uri="{FF2B5EF4-FFF2-40B4-BE49-F238E27FC236}">
                <a16:creationId xmlns:a16="http://schemas.microsoft.com/office/drawing/2014/main" id="{B6013442-468F-3F52-6824-54A87DE7CACB}"/>
              </a:ext>
            </a:extLst>
          </p:cNvPr>
          <p:cNvSpPr/>
          <p:nvPr/>
        </p:nvSpPr>
        <p:spPr>
          <a:xfrm>
            <a:off x="7108737" y="1747781"/>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29" name="Rectangle: Rounded Corners 28">
            <a:extLst>
              <a:ext uri="{FF2B5EF4-FFF2-40B4-BE49-F238E27FC236}">
                <a16:creationId xmlns:a16="http://schemas.microsoft.com/office/drawing/2014/main" id="{895DFC2E-3329-067E-A7C8-47B249AD383E}"/>
              </a:ext>
            </a:extLst>
          </p:cNvPr>
          <p:cNvSpPr/>
          <p:nvPr/>
        </p:nvSpPr>
        <p:spPr>
          <a:xfrm>
            <a:off x="8193883"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30" name="Rectangle: Rounded Corners 29">
            <a:extLst>
              <a:ext uri="{FF2B5EF4-FFF2-40B4-BE49-F238E27FC236}">
                <a16:creationId xmlns:a16="http://schemas.microsoft.com/office/drawing/2014/main" id="{62D43CA2-CD8B-7A92-33D0-6C7B347CCED5}"/>
              </a:ext>
            </a:extLst>
          </p:cNvPr>
          <p:cNvSpPr/>
          <p:nvPr/>
        </p:nvSpPr>
        <p:spPr>
          <a:xfrm>
            <a:off x="8193883" y="1747781"/>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32" name="Rectangle: Rounded Corners 31">
            <a:extLst>
              <a:ext uri="{FF2B5EF4-FFF2-40B4-BE49-F238E27FC236}">
                <a16:creationId xmlns:a16="http://schemas.microsoft.com/office/drawing/2014/main" id="{E8B715FA-23F6-C6B0-4552-EDB3B887AAAB}"/>
              </a:ext>
            </a:extLst>
          </p:cNvPr>
          <p:cNvSpPr/>
          <p:nvPr/>
        </p:nvSpPr>
        <p:spPr>
          <a:xfrm>
            <a:off x="9279029" y="1747781"/>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33" name="Rectangle: Rounded Corners 32">
            <a:extLst>
              <a:ext uri="{FF2B5EF4-FFF2-40B4-BE49-F238E27FC236}">
                <a16:creationId xmlns:a16="http://schemas.microsoft.com/office/drawing/2014/main" id="{EB1D632D-7AB2-AD7D-23C4-8C4104714A05}"/>
              </a:ext>
            </a:extLst>
          </p:cNvPr>
          <p:cNvSpPr/>
          <p:nvPr/>
        </p:nvSpPr>
        <p:spPr>
          <a:xfrm>
            <a:off x="10364175"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34" name="Rectangle: Rounded Corners 33">
            <a:extLst>
              <a:ext uri="{FF2B5EF4-FFF2-40B4-BE49-F238E27FC236}">
                <a16:creationId xmlns:a16="http://schemas.microsoft.com/office/drawing/2014/main" id="{95FD48BA-967C-2058-3AB4-CEA18C842165}"/>
              </a:ext>
            </a:extLst>
          </p:cNvPr>
          <p:cNvSpPr/>
          <p:nvPr/>
        </p:nvSpPr>
        <p:spPr>
          <a:xfrm>
            <a:off x="10364175" y="1747781"/>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40" name="Rectangle: Rounded Corners 39">
            <a:extLst>
              <a:ext uri="{FF2B5EF4-FFF2-40B4-BE49-F238E27FC236}">
                <a16:creationId xmlns:a16="http://schemas.microsoft.com/office/drawing/2014/main" id="{A4187F71-BE50-32B7-4106-02DEC6C93B98}"/>
              </a:ext>
            </a:extLst>
          </p:cNvPr>
          <p:cNvSpPr/>
          <p:nvPr/>
        </p:nvSpPr>
        <p:spPr>
          <a:xfrm>
            <a:off x="8806220" y="3122246"/>
            <a:ext cx="2576255" cy="361640"/>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a:t>
            </a:r>
          </a:p>
        </p:txBody>
      </p:sp>
      <p:sp>
        <p:nvSpPr>
          <p:cNvPr id="41" name="Rectangle: Rounded Corners 40">
            <a:extLst>
              <a:ext uri="{FF2B5EF4-FFF2-40B4-BE49-F238E27FC236}">
                <a16:creationId xmlns:a16="http://schemas.microsoft.com/office/drawing/2014/main" id="{EC4B4766-13AF-CCEE-5A1B-79E100898A05}"/>
              </a:ext>
            </a:extLst>
          </p:cNvPr>
          <p:cNvSpPr/>
          <p:nvPr/>
        </p:nvSpPr>
        <p:spPr>
          <a:xfrm>
            <a:off x="6786921" y="3122246"/>
            <a:ext cx="2421544" cy="36164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5 Days</a:t>
            </a:r>
          </a:p>
        </p:txBody>
      </p:sp>
      <p:sp>
        <p:nvSpPr>
          <p:cNvPr id="42" name="Rectangle: Rounded Corners 41">
            <a:extLst>
              <a:ext uri="{FF2B5EF4-FFF2-40B4-BE49-F238E27FC236}">
                <a16:creationId xmlns:a16="http://schemas.microsoft.com/office/drawing/2014/main" id="{C07064B8-32A2-FD23-2F5E-13E7D0638130}"/>
              </a:ext>
            </a:extLst>
          </p:cNvPr>
          <p:cNvSpPr/>
          <p:nvPr/>
        </p:nvSpPr>
        <p:spPr>
          <a:xfrm>
            <a:off x="4701196" y="3122246"/>
            <a:ext cx="2327024" cy="36164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20 Days</a:t>
            </a:r>
          </a:p>
        </p:txBody>
      </p:sp>
      <p:sp>
        <p:nvSpPr>
          <p:cNvPr id="55" name="Rectangle: Rounded Corners 54">
            <a:extLst>
              <a:ext uri="{FF2B5EF4-FFF2-40B4-BE49-F238E27FC236}">
                <a16:creationId xmlns:a16="http://schemas.microsoft.com/office/drawing/2014/main" id="{F308C868-370B-9A19-0E00-1BFFAC39F754}"/>
              </a:ext>
            </a:extLst>
          </p:cNvPr>
          <p:cNvSpPr/>
          <p:nvPr/>
        </p:nvSpPr>
        <p:spPr>
          <a:xfrm>
            <a:off x="2520951" y="3122246"/>
            <a:ext cx="2327024" cy="36164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30 Days</a:t>
            </a:r>
          </a:p>
        </p:txBody>
      </p:sp>
      <p:sp>
        <p:nvSpPr>
          <p:cNvPr id="56" name="Rectangle: Rounded Corners 55">
            <a:extLst>
              <a:ext uri="{FF2B5EF4-FFF2-40B4-BE49-F238E27FC236}">
                <a16:creationId xmlns:a16="http://schemas.microsoft.com/office/drawing/2014/main" id="{B2861EB7-A997-381B-36A5-8F95A75FEE3F}"/>
              </a:ext>
            </a:extLst>
          </p:cNvPr>
          <p:cNvSpPr/>
          <p:nvPr/>
        </p:nvSpPr>
        <p:spPr>
          <a:xfrm>
            <a:off x="582005" y="2846209"/>
            <a:ext cx="10800469" cy="227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L2: Static Training  </a:t>
            </a:r>
          </a:p>
        </p:txBody>
      </p:sp>
      <p:sp>
        <p:nvSpPr>
          <p:cNvPr id="57" name="Rectangle: Rounded Corners 56">
            <a:extLst>
              <a:ext uri="{FF2B5EF4-FFF2-40B4-BE49-F238E27FC236}">
                <a16:creationId xmlns:a16="http://schemas.microsoft.com/office/drawing/2014/main" id="{DA69A7BD-3597-9C55-BC3B-A4F8E3BE433B}"/>
              </a:ext>
            </a:extLst>
          </p:cNvPr>
          <p:cNvSpPr/>
          <p:nvPr/>
        </p:nvSpPr>
        <p:spPr>
          <a:xfrm>
            <a:off x="582005"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Training Dates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Venue Selection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Comp Vehicles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Comms Plan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Rectangle: Rounded Corners 57">
            <a:extLst>
              <a:ext uri="{FF2B5EF4-FFF2-40B4-BE49-F238E27FC236}">
                <a16:creationId xmlns:a16="http://schemas.microsoft.com/office/drawing/2014/main" id="{B4A74D12-C4FE-9918-FB53-E3F9E7104FCB}"/>
              </a:ext>
            </a:extLst>
          </p:cNvPr>
          <p:cNvSpPr/>
          <p:nvPr/>
        </p:nvSpPr>
        <p:spPr>
          <a:xfrm>
            <a:off x="582005" y="3526874"/>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59" name="Rectangle: Rounded Corners 58">
            <a:extLst>
              <a:ext uri="{FF2B5EF4-FFF2-40B4-BE49-F238E27FC236}">
                <a16:creationId xmlns:a16="http://schemas.microsoft.com/office/drawing/2014/main" id="{6ED1CD65-FA8D-EB50-2EC1-240EA8B66A4E}"/>
              </a:ext>
            </a:extLst>
          </p:cNvPr>
          <p:cNvSpPr/>
          <p:nvPr/>
        </p:nvSpPr>
        <p:spPr>
          <a:xfrm>
            <a:off x="582005" y="3122246"/>
            <a:ext cx="2180245"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60 Days</a:t>
            </a:r>
          </a:p>
        </p:txBody>
      </p:sp>
      <p:sp>
        <p:nvSpPr>
          <p:cNvPr id="60" name="Rectangle: Rounded Corners 59">
            <a:extLst>
              <a:ext uri="{FF2B5EF4-FFF2-40B4-BE49-F238E27FC236}">
                <a16:creationId xmlns:a16="http://schemas.microsoft.com/office/drawing/2014/main" id="{2F6405EA-498E-62CF-9D17-A92287B1BD6C}"/>
              </a:ext>
            </a:extLst>
          </p:cNvPr>
          <p:cNvSpPr/>
          <p:nvPr/>
        </p:nvSpPr>
        <p:spPr>
          <a:xfrm>
            <a:off x="1667151"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61" name="Rectangle: Rounded Corners 60">
            <a:extLst>
              <a:ext uri="{FF2B5EF4-FFF2-40B4-BE49-F238E27FC236}">
                <a16:creationId xmlns:a16="http://schemas.microsoft.com/office/drawing/2014/main" id="{B0896EBC-7F63-3BDD-02BC-EA345499A44A}"/>
              </a:ext>
            </a:extLst>
          </p:cNvPr>
          <p:cNvSpPr/>
          <p:nvPr/>
        </p:nvSpPr>
        <p:spPr>
          <a:xfrm>
            <a:off x="1667151" y="3526874"/>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62" name="Rectangle: Rounded Corners 61">
            <a:extLst>
              <a:ext uri="{FF2B5EF4-FFF2-40B4-BE49-F238E27FC236}">
                <a16:creationId xmlns:a16="http://schemas.microsoft.com/office/drawing/2014/main" id="{70AF1D5C-32CF-17D3-5DE5-F2E5484312F5}"/>
              </a:ext>
            </a:extLst>
          </p:cNvPr>
          <p:cNvSpPr/>
          <p:nvPr/>
        </p:nvSpPr>
        <p:spPr>
          <a:xfrm>
            <a:off x="2749551"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Prod Bulletin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Accessories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Photographer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Training Gifts</a:t>
            </a:r>
          </a:p>
        </p:txBody>
      </p:sp>
      <p:sp>
        <p:nvSpPr>
          <p:cNvPr id="63" name="Rectangle: Rounded Corners 62">
            <a:extLst>
              <a:ext uri="{FF2B5EF4-FFF2-40B4-BE49-F238E27FC236}">
                <a16:creationId xmlns:a16="http://schemas.microsoft.com/office/drawing/2014/main" id="{71413BA0-2070-98CE-BD46-47AF6E926A5E}"/>
              </a:ext>
            </a:extLst>
          </p:cNvPr>
          <p:cNvSpPr/>
          <p:nvPr/>
        </p:nvSpPr>
        <p:spPr>
          <a:xfrm>
            <a:off x="2749551" y="3526874"/>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64" name="Rectangle: Rounded Corners 63">
            <a:extLst>
              <a:ext uri="{FF2B5EF4-FFF2-40B4-BE49-F238E27FC236}">
                <a16:creationId xmlns:a16="http://schemas.microsoft.com/office/drawing/2014/main" id="{15718649-44CF-6DF9-7CA8-73C189BDF29A}"/>
              </a:ext>
            </a:extLst>
          </p:cNvPr>
          <p:cNvSpPr/>
          <p:nvPr/>
        </p:nvSpPr>
        <p:spPr>
          <a:xfrm>
            <a:off x="3834697"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Product Market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Product Market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65" name="Rectangle: Rounded Corners 64">
            <a:extLst>
              <a:ext uri="{FF2B5EF4-FFF2-40B4-BE49-F238E27FC236}">
                <a16:creationId xmlns:a16="http://schemas.microsoft.com/office/drawing/2014/main" id="{03C94021-8C7B-3CA6-68EF-8BAB749C37A9}"/>
              </a:ext>
            </a:extLst>
          </p:cNvPr>
          <p:cNvSpPr/>
          <p:nvPr/>
        </p:nvSpPr>
        <p:spPr>
          <a:xfrm>
            <a:off x="3834697" y="3526874"/>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66" name="Rectangle: Rounded Corners 65">
            <a:extLst>
              <a:ext uri="{FF2B5EF4-FFF2-40B4-BE49-F238E27FC236}">
                <a16:creationId xmlns:a16="http://schemas.microsoft.com/office/drawing/2014/main" id="{EB1938CA-E9F8-F0CC-3C81-3DD2D3543EF3}"/>
              </a:ext>
            </a:extLst>
          </p:cNvPr>
          <p:cNvSpPr/>
          <p:nvPr/>
        </p:nvSpPr>
        <p:spPr>
          <a:xfrm>
            <a:off x="4924335"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Creation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Review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Sign off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AF Logistics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Rectangle: Rounded Corners 66">
            <a:extLst>
              <a:ext uri="{FF2B5EF4-FFF2-40B4-BE49-F238E27FC236}">
                <a16:creationId xmlns:a16="http://schemas.microsoft.com/office/drawing/2014/main" id="{93830726-23F3-DD67-A7EC-0E2FC122702D}"/>
              </a:ext>
            </a:extLst>
          </p:cNvPr>
          <p:cNvSpPr/>
          <p:nvPr/>
        </p:nvSpPr>
        <p:spPr>
          <a:xfrm>
            <a:off x="4924335" y="3526874"/>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68" name="Rectangle: Rounded Corners 67">
            <a:extLst>
              <a:ext uri="{FF2B5EF4-FFF2-40B4-BE49-F238E27FC236}">
                <a16:creationId xmlns:a16="http://schemas.microsoft.com/office/drawing/2014/main" id="{2FC8F205-E301-E923-0B93-D4B4C8D83BC1}"/>
              </a:ext>
            </a:extLst>
          </p:cNvPr>
          <p:cNvSpPr/>
          <p:nvPr/>
        </p:nvSpPr>
        <p:spPr>
          <a:xfrm>
            <a:off x="6009481"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 &amp; Brand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Brand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69" name="Rectangle: Rounded Corners 68">
            <a:extLst>
              <a:ext uri="{FF2B5EF4-FFF2-40B4-BE49-F238E27FC236}">
                <a16:creationId xmlns:a16="http://schemas.microsoft.com/office/drawing/2014/main" id="{9D4FC555-D4A1-B86F-38B8-61682B2C60D5}"/>
              </a:ext>
            </a:extLst>
          </p:cNvPr>
          <p:cNvSpPr/>
          <p:nvPr/>
        </p:nvSpPr>
        <p:spPr>
          <a:xfrm>
            <a:off x="6009481" y="3526874"/>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70" name="Rectangle: Rounded Corners 69">
            <a:extLst>
              <a:ext uri="{FF2B5EF4-FFF2-40B4-BE49-F238E27FC236}">
                <a16:creationId xmlns:a16="http://schemas.microsoft.com/office/drawing/2014/main" id="{053E3638-C22B-8E18-58B9-CA6234853C7C}"/>
              </a:ext>
            </a:extLst>
          </p:cNvPr>
          <p:cNvSpPr/>
          <p:nvPr/>
        </p:nvSpPr>
        <p:spPr>
          <a:xfrm>
            <a:off x="7108737"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Rehearsal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Attendee Lists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E-Learning Tick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71" name="Rectangle: Rounded Corners 70">
            <a:extLst>
              <a:ext uri="{FF2B5EF4-FFF2-40B4-BE49-F238E27FC236}">
                <a16:creationId xmlns:a16="http://schemas.microsoft.com/office/drawing/2014/main" id="{E1EBEBB2-29B5-9E90-8179-B717D150F2E9}"/>
              </a:ext>
            </a:extLst>
          </p:cNvPr>
          <p:cNvSpPr/>
          <p:nvPr/>
        </p:nvSpPr>
        <p:spPr>
          <a:xfrm>
            <a:off x="7108737" y="3526874"/>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72" name="Rectangle: Rounded Corners 71">
            <a:extLst>
              <a:ext uri="{FF2B5EF4-FFF2-40B4-BE49-F238E27FC236}">
                <a16:creationId xmlns:a16="http://schemas.microsoft.com/office/drawing/2014/main" id="{BF2B7C13-265B-996F-C9E2-3F49356891BD}"/>
              </a:ext>
            </a:extLst>
          </p:cNvPr>
          <p:cNvSpPr/>
          <p:nvPr/>
        </p:nvSpPr>
        <p:spPr>
          <a:xfrm>
            <a:off x="8193883"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 &amp; Brand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73" name="Rectangle: Rounded Corners 72">
            <a:extLst>
              <a:ext uri="{FF2B5EF4-FFF2-40B4-BE49-F238E27FC236}">
                <a16:creationId xmlns:a16="http://schemas.microsoft.com/office/drawing/2014/main" id="{9BEE0F66-F763-6990-6E4E-5BC109C7AED7}"/>
              </a:ext>
            </a:extLst>
          </p:cNvPr>
          <p:cNvSpPr/>
          <p:nvPr/>
        </p:nvSpPr>
        <p:spPr>
          <a:xfrm>
            <a:off x="8193883" y="3526874"/>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74" name="Rectangle: Rounded Corners 73">
            <a:extLst>
              <a:ext uri="{FF2B5EF4-FFF2-40B4-BE49-F238E27FC236}">
                <a16:creationId xmlns:a16="http://schemas.microsoft.com/office/drawing/2014/main" id="{549B839D-934B-AB9F-1D3B-1CB880B99EA0}"/>
              </a:ext>
            </a:extLst>
          </p:cNvPr>
          <p:cNvSpPr/>
          <p:nvPr/>
        </p:nvSpPr>
        <p:spPr>
          <a:xfrm>
            <a:off x="9279029"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Set Up (Day – 1)</a:t>
            </a:r>
          </a:p>
        </p:txBody>
      </p:sp>
      <p:sp>
        <p:nvSpPr>
          <p:cNvPr id="75" name="Rectangle: Rounded Corners 74">
            <a:extLst>
              <a:ext uri="{FF2B5EF4-FFF2-40B4-BE49-F238E27FC236}">
                <a16:creationId xmlns:a16="http://schemas.microsoft.com/office/drawing/2014/main" id="{950513BE-2089-B488-BE34-BA8B3B01FF91}"/>
              </a:ext>
            </a:extLst>
          </p:cNvPr>
          <p:cNvSpPr/>
          <p:nvPr/>
        </p:nvSpPr>
        <p:spPr>
          <a:xfrm>
            <a:off x="9279029" y="3526874"/>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76" name="Rectangle: Rounded Corners 75">
            <a:extLst>
              <a:ext uri="{FF2B5EF4-FFF2-40B4-BE49-F238E27FC236}">
                <a16:creationId xmlns:a16="http://schemas.microsoft.com/office/drawing/2014/main" id="{47C629D8-73A2-BA5E-18D8-7F33B350164F}"/>
              </a:ext>
            </a:extLst>
          </p:cNvPr>
          <p:cNvSpPr/>
          <p:nvPr/>
        </p:nvSpPr>
        <p:spPr>
          <a:xfrm>
            <a:off x="10364175" y="3931502"/>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77" name="Rectangle: Rounded Corners 76">
            <a:extLst>
              <a:ext uri="{FF2B5EF4-FFF2-40B4-BE49-F238E27FC236}">
                <a16:creationId xmlns:a16="http://schemas.microsoft.com/office/drawing/2014/main" id="{370AA8C3-70C9-BEF7-3BCC-2B7E9AD757AE}"/>
              </a:ext>
            </a:extLst>
          </p:cNvPr>
          <p:cNvSpPr/>
          <p:nvPr/>
        </p:nvSpPr>
        <p:spPr>
          <a:xfrm>
            <a:off x="10364175" y="3526874"/>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78" name="Rectangle: Rounded Corners 77">
            <a:extLst>
              <a:ext uri="{FF2B5EF4-FFF2-40B4-BE49-F238E27FC236}">
                <a16:creationId xmlns:a16="http://schemas.microsoft.com/office/drawing/2014/main" id="{922946F9-9EA8-13B7-C40D-9C537D9C7164}"/>
              </a:ext>
            </a:extLst>
          </p:cNvPr>
          <p:cNvSpPr/>
          <p:nvPr/>
        </p:nvSpPr>
        <p:spPr>
          <a:xfrm>
            <a:off x="8806220" y="4896071"/>
            <a:ext cx="2576255" cy="361640"/>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a:t>
            </a:r>
          </a:p>
        </p:txBody>
      </p:sp>
      <p:sp>
        <p:nvSpPr>
          <p:cNvPr id="79" name="Rectangle: Rounded Corners 78">
            <a:extLst>
              <a:ext uri="{FF2B5EF4-FFF2-40B4-BE49-F238E27FC236}">
                <a16:creationId xmlns:a16="http://schemas.microsoft.com/office/drawing/2014/main" id="{89BDC825-792C-C6A7-C7D5-BD906CFD9FF9}"/>
              </a:ext>
            </a:extLst>
          </p:cNvPr>
          <p:cNvSpPr/>
          <p:nvPr/>
        </p:nvSpPr>
        <p:spPr>
          <a:xfrm>
            <a:off x="6786921" y="4896071"/>
            <a:ext cx="2421544" cy="36164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5 Days</a:t>
            </a:r>
          </a:p>
        </p:txBody>
      </p:sp>
      <p:sp>
        <p:nvSpPr>
          <p:cNvPr id="80" name="Rectangle: Rounded Corners 79">
            <a:extLst>
              <a:ext uri="{FF2B5EF4-FFF2-40B4-BE49-F238E27FC236}">
                <a16:creationId xmlns:a16="http://schemas.microsoft.com/office/drawing/2014/main" id="{5013038A-0400-3C52-9FBD-6F8EFAEF8039}"/>
              </a:ext>
            </a:extLst>
          </p:cNvPr>
          <p:cNvSpPr/>
          <p:nvPr/>
        </p:nvSpPr>
        <p:spPr>
          <a:xfrm>
            <a:off x="4701196" y="4896071"/>
            <a:ext cx="2327024" cy="36164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10 Days</a:t>
            </a:r>
          </a:p>
        </p:txBody>
      </p:sp>
      <p:sp>
        <p:nvSpPr>
          <p:cNvPr id="81" name="Rectangle: Rounded Corners 80">
            <a:extLst>
              <a:ext uri="{FF2B5EF4-FFF2-40B4-BE49-F238E27FC236}">
                <a16:creationId xmlns:a16="http://schemas.microsoft.com/office/drawing/2014/main" id="{00DB8281-9FB4-E236-3941-7C39FC913862}"/>
              </a:ext>
            </a:extLst>
          </p:cNvPr>
          <p:cNvSpPr/>
          <p:nvPr/>
        </p:nvSpPr>
        <p:spPr>
          <a:xfrm>
            <a:off x="2520951" y="4896071"/>
            <a:ext cx="2327024" cy="36164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20 Days</a:t>
            </a:r>
          </a:p>
        </p:txBody>
      </p:sp>
      <p:sp>
        <p:nvSpPr>
          <p:cNvPr id="82" name="Rectangle: Rounded Corners 81">
            <a:extLst>
              <a:ext uri="{FF2B5EF4-FFF2-40B4-BE49-F238E27FC236}">
                <a16:creationId xmlns:a16="http://schemas.microsoft.com/office/drawing/2014/main" id="{2914D031-309E-9D31-F15B-3F7C555143E0}"/>
              </a:ext>
            </a:extLst>
          </p:cNvPr>
          <p:cNvSpPr/>
          <p:nvPr/>
        </p:nvSpPr>
        <p:spPr>
          <a:xfrm>
            <a:off x="582005" y="4621781"/>
            <a:ext cx="10800469" cy="2377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L3: Dynamic Training  </a:t>
            </a:r>
          </a:p>
        </p:txBody>
      </p:sp>
      <p:sp>
        <p:nvSpPr>
          <p:cNvPr id="83" name="Rectangle: Rounded Corners 82">
            <a:extLst>
              <a:ext uri="{FF2B5EF4-FFF2-40B4-BE49-F238E27FC236}">
                <a16:creationId xmlns:a16="http://schemas.microsoft.com/office/drawing/2014/main" id="{85117DCA-D709-6CA6-9051-F76A21F30AE5}"/>
              </a:ext>
            </a:extLst>
          </p:cNvPr>
          <p:cNvSpPr/>
          <p:nvPr/>
        </p:nvSpPr>
        <p:spPr>
          <a:xfrm>
            <a:off x="582005"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Training Dates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Delegate Groups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Rectangle: Rounded Corners 83">
            <a:extLst>
              <a:ext uri="{FF2B5EF4-FFF2-40B4-BE49-F238E27FC236}">
                <a16:creationId xmlns:a16="http://schemas.microsoft.com/office/drawing/2014/main" id="{A5726B13-1C81-0D48-8172-FFE8B153A38D}"/>
              </a:ext>
            </a:extLst>
          </p:cNvPr>
          <p:cNvSpPr/>
          <p:nvPr/>
        </p:nvSpPr>
        <p:spPr>
          <a:xfrm>
            <a:off x="582005" y="5300699"/>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85" name="Rectangle: Rounded Corners 84">
            <a:extLst>
              <a:ext uri="{FF2B5EF4-FFF2-40B4-BE49-F238E27FC236}">
                <a16:creationId xmlns:a16="http://schemas.microsoft.com/office/drawing/2014/main" id="{39926AA5-A791-64BE-768F-CBB28F6E50F7}"/>
              </a:ext>
            </a:extLst>
          </p:cNvPr>
          <p:cNvSpPr/>
          <p:nvPr/>
        </p:nvSpPr>
        <p:spPr>
          <a:xfrm>
            <a:off x="582005" y="4896071"/>
            <a:ext cx="2180245"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Launch – 30 Days</a:t>
            </a:r>
          </a:p>
        </p:txBody>
      </p:sp>
      <p:sp>
        <p:nvSpPr>
          <p:cNvPr id="86" name="Rectangle: Rounded Corners 85">
            <a:extLst>
              <a:ext uri="{FF2B5EF4-FFF2-40B4-BE49-F238E27FC236}">
                <a16:creationId xmlns:a16="http://schemas.microsoft.com/office/drawing/2014/main" id="{8C57C8A6-8525-23F1-2912-EA38284E4C9C}"/>
              </a:ext>
            </a:extLst>
          </p:cNvPr>
          <p:cNvSpPr/>
          <p:nvPr/>
        </p:nvSpPr>
        <p:spPr>
          <a:xfrm>
            <a:off x="1667151"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87" name="Rectangle: Rounded Corners 86">
            <a:extLst>
              <a:ext uri="{FF2B5EF4-FFF2-40B4-BE49-F238E27FC236}">
                <a16:creationId xmlns:a16="http://schemas.microsoft.com/office/drawing/2014/main" id="{4AA7E4ED-1AAC-32B2-7AF7-E9860E66BB10}"/>
              </a:ext>
            </a:extLst>
          </p:cNvPr>
          <p:cNvSpPr/>
          <p:nvPr/>
        </p:nvSpPr>
        <p:spPr>
          <a:xfrm>
            <a:off x="1667151" y="5300699"/>
            <a:ext cx="1018301"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88" name="Rectangle: Rounded Corners 87">
            <a:extLst>
              <a:ext uri="{FF2B5EF4-FFF2-40B4-BE49-F238E27FC236}">
                <a16:creationId xmlns:a16="http://schemas.microsoft.com/office/drawing/2014/main" id="{C3D5894A-1278-6290-4057-64BEA2B6E4B6}"/>
              </a:ext>
            </a:extLst>
          </p:cNvPr>
          <p:cNvSpPr/>
          <p:nvPr/>
        </p:nvSpPr>
        <p:spPr>
          <a:xfrm>
            <a:off x="2749551"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L2 Data Review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Course Content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Rectangle: Rounded Corners 88">
            <a:extLst>
              <a:ext uri="{FF2B5EF4-FFF2-40B4-BE49-F238E27FC236}">
                <a16:creationId xmlns:a16="http://schemas.microsoft.com/office/drawing/2014/main" id="{1D67F63E-8E17-E1A7-3370-F80A4D6DA68B}"/>
              </a:ext>
            </a:extLst>
          </p:cNvPr>
          <p:cNvSpPr/>
          <p:nvPr/>
        </p:nvSpPr>
        <p:spPr>
          <a:xfrm>
            <a:off x="2749551" y="5300699"/>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90" name="Rectangle: Rounded Corners 89">
            <a:extLst>
              <a:ext uri="{FF2B5EF4-FFF2-40B4-BE49-F238E27FC236}">
                <a16:creationId xmlns:a16="http://schemas.microsoft.com/office/drawing/2014/main" id="{DC4EC626-DD57-28D3-5090-EDE8DB464C75}"/>
              </a:ext>
            </a:extLst>
          </p:cNvPr>
          <p:cNvSpPr/>
          <p:nvPr/>
        </p:nvSpPr>
        <p:spPr>
          <a:xfrm>
            <a:off x="3834697"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91" name="Rectangle: Rounded Corners 90">
            <a:extLst>
              <a:ext uri="{FF2B5EF4-FFF2-40B4-BE49-F238E27FC236}">
                <a16:creationId xmlns:a16="http://schemas.microsoft.com/office/drawing/2014/main" id="{6E19C947-5174-04B4-D595-96F29068420A}"/>
              </a:ext>
            </a:extLst>
          </p:cNvPr>
          <p:cNvSpPr/>
          <p:nvPr/>
        </p:nvSpPr>
        <p:spPr>
          <a:xfrm>
            <a:off x="3834697" y="5300699"/>
            <a:ext cx="1018301" cy="361640"/>
          </a:xfrm>
          <a:prstGeom prst="roundRect">
            <a:avLst/>
          </a:prstGeom>
          <a:solidFill>
            <a:srgbClr val="9DC3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92" name="Rectangle: Rounded Corners 91">
            <a:extLst>
              <a:ext uri="{FF2B5EF4-FFF2-40B4-BE49-F238E27FC236}">
                <a16:creationId xmlns:a16="http://schemas.microsoft.com/office/drawing/2014/main" id="{A5AF4F09-ED64-9728-3AA1-658C1409D1F1}"/>
              </a:ext>
            </a:extLst>
          </p:cNvPr>
          <p:cNvSpPr/>
          <p:nvPr/>
        </p:nvSpPr>
        <p:spPr>
          <a:xfrm>
            <a:off x="4924335"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SPEECIT Sheets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Rectangle: Rounded Corners 92">
            <a:extLst>
              <a:ext uri="{FF2B5EF4-FFF2-40B4-BE49-F238E27FC236}">
                <a16:creationId xmlns:a16="http://schemas.microsoft.com/office/drawing/2014/main" id="{B8050117-9382-8F44-ED98-C79568BD372A}"/>
              </a:ext>
            </a:extLst>
          </p:cNvPr>
          <p:cNvSpPr/>
          <p:nvPr/>
        </p:nvSpPr>
        <p:spPr>
          <a:xfrm>
            <a:off x="4924335" y="5300699"/>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94" name="Rectangle: Rounded Corners 93">
            <a:extLst>
              <a:ext uri="{FF2B5EF4-FFF2-40B4-BE49-F238E27FC236}">
                <a16:creationId xmlns:a16="http://schemas.microsoft.com/office/drawing/2014/main" id="{8CAC236E-8CAB-BA16-A7DD-4CF2EFC8EC3D}"/>
              </a:ext>
            </a:extLst>
          </p:cNvPr>
          <p:cNvSpPr/>
          <p:nvPr/>
        </p:nvSpPr>
        <p:spPr>
          <a:xfrm>
            <a:off x="6009481"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95" name="Rectangle: Rounded Corners 94">
            <a:extLst>
              <a:ext uri="{FF2B5EF4-FFF2-40B4-BE49-F238E27FC236}">
                <a16:creationId xmlns:a16="http://schemas.microsoft.com/office/drawing/2014/main" id="{A567D24A-683A-DA3B-FEF9-B7D7ED0887E2}"/>
              </a:ext>
            </a:extLst>
          </p:cNvPr>
          <p:cNvSpPr/>
          <p:nvPr/>
        </p:nvSpPr>
        <p:spPr>
          <a:xfrm>
            <a:off x="6009481" y="5300699"/>
            <a:ext cx="1018301" cy="361640"/>
          </a:xfrm>
          <a:prstGeom prst="roundRect">
            <a:avLst/>
          </a:prstGeom>
          <a:solidFill>
            <a:srgbClr val="BDD7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96" name="Rectangle: Rounded Corners 95">
            <a:extLst>
              <a:ext uri="{FF2B5EF4-FFF2-40B4-BE49-F238E27FC236}">
                <a16:creationId xmlns:a16="http://schemas.microsoft.com/office/drawing/2014/main" id="{6907C7AA-E6C5-87FC-9883-EF6EAEC2A760}"/>
              </a:ext>
            </a:extLst>
          </p:cNvPr>
          <p:cNvSpPr/>
          <p:nvPr/>
        </p:nvSpPr>
        <p:spPr>
          <a:xfrm>
            <a:off x="7108737"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Attendance Confirmation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Rectangle: Rounded Corners 96">
            <a:extLst>
              <a:ext uri="{FF2B5EF4-FFF2-40B4-BE49-F238E27FC236}">
                <a16:creationId xmlns:a16="http://schemas.microsoft.com/office/drawing/2014/main" id="{4813E60F-F09E-CDC8-3B1F-A4809891172E}"/>
              </a:ext>
            </a:extLst>
          </p:cNvPr>
          <p:cNvSpPr/>
          <p:nvPr/>
        </p:nvSpPr>
        <p:spPr>
          <a:xfrm>
            <a:off x="7108737" y="5300699"/>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98" name="Rectangle: Rounded Corners 97">
            <a:extLst>
              <a:ext uri="{FF2B5EF4-FFF2-40B4-BE49-F238E27FC236}">
                <a16:creationId xmlns:a16="http://schemas.microsoft.com/office/drawing/2014/main" id="{185759D0-6941-F69B-FB47-1A71C7783177}"/>
              </a:ext>
            </a:extLst>
          </p:cNvPr>
          <p:cNvSpPr/>
          <p:nvPr/>
        </p:nvSpPr>
        <p:spPr>
          <a:xfrm>
            <a:off x="8193883"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99" name="Rectangle: Rounded Corners 98">
            <a:extLst>
              <a:ext uri="{FF2B5EF4-FFF2-40B4-BE49-F238E27FC236}">
                <a16:creationId xmlns:a16="http://schemas.microsoft.com/office/drawing/2014/main" id="{9308171B-C389-1252-48D6-3D99E5F3A820}"/>
              </a:ext>
            </a:extLst>
          </p:cNvPr>
          <p:cNvSpPr/>
          <p:nvPr/>
        </p:nvSpPr>
        <p:spPr>
          <a:xfrm>
            <a:off x="8193883" y="5300699"/>
            <a:ext cx="1018301" cy="361640"/>
          </a:xfrm>
          <a:prstGeom prst="roundRect">
            <a:avLst/>
          </a:prstGeom>
          <a:solidFill>
            <a:srgbClr val="DEEB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100" name="Rectangle: Rounded Corners 99">
            <a:extLst>
              <a:ext uri="{FF2B5EF4-FFF2-40B4-BE49-F238E27FC236}">
                <a16:creationId xmlns:a16="http://schemas.microsoft.com/office/drawing/2014/main" id="{2BDA9225-FABE-E06A-70DA-92B1CB14FCA3}"/>
              </a:ext>
            </a:extLst>
          </p:cNvPr>
          <p:cNvSpPr/>
          <p:nvPr/>
        </p:nvSpPr>
        <p:spPr>
          <a:xfrm>
            <a:off x="9279029"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L1 &amp; L2 Completion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Rectangle: Rounded Corners 100">
            <a:extLst>
              <a:ext uri="{FF2B5EF4-FFF2-40B4-BE49-F238E27FC236}">
                <a16:creationId xmlns:a16="http://schemas.microsoft.com/office/drawing/2014/main" id="{A3A40655-FB26-FF11-9F26-636C3BCF48B1}"/>
              </a:ext>
            </a:extLst>
          </p:cNvPr>
          <p:cNvSpPr/>
          <p:nvPr/>
        </p:nvSpPr>
        <p:spPr>
          <a:xfrm>
            <a:off x="9279029" y="5300699"/>
            <a:ext cx="1018301" cy="361640"/>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Activity</a:t>
            </a:r>
          </a:p>
        </p:txBody>
      </p:sp>
      <p:sp>
        <p:nvSpPr>
          <p:cNvPr id="102" name="Rectangle: Rounded Corners 101">
            <a:extLst>
              <a:ext uri="{FF2B5EF4-FFF2-40B4-BE49-F238E27FC236}">
                <a16:creationId xmlns:a16="http://schemas.microsoft.com/office/drawing/2014/main" id="{328ADE85-B951-718B-86FE-712BA85E90C3}"/>
              </a:ext>
            </a:extLst>
          </p:cNvPr>
          <p:cNvSpPr/>
          <p:nvPr/>
        </p:nvSpPr>
        <p:spPr>
          <a:xfrm>
            <a:off x="10364175" y="5705327"/>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AATC</a:t>
            </a:r>
          </a:p>
        </p:txBody>
      </p:sp>
      <p:sp>
        <p:nvSpPr>
          <p:cNvPr id="103" name="Rectangle: Rounded Corners 102">
            <a:extLst>
              <a:ext uri="{FF2B5EF4-FFF2-40B4-BE49-F238E27FC236}">
                <a16:creationId xmlns:a16="http://schemas.microsoft.com/office/drawing/2014/main" id="{2309B3C1-E1B8-6821-97F5-E65D9DA67063}"/>
              </a:ext>
            </a:extLst>
          </p:cNvPr>
          <p:cNvSpPr/>
          <p:nvPr/>
        </p:nvSpPr>
        <p:spPr>
          <a:xfrm>
            <a:off x="10364175" y="5300699"/>
            <a:ext cx="1018301" cy="361640"/>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solidFill>
                <a:effectLst/>
                <a:uLnTx/>
                <a:uFillTx/>
                <a:latin typeface="Calibri" panose="020F0502020204030204"/>
                <a:ea typeface="+mn-ea"/>
                <a:cs typeface="+mn-cs"/>
              </a:rPr>
              <a:t>Responsibility</a:t>
            </a:r>
          </a:p>
        </p:txBody>
      </p:sp>
      <p:sp>
        <p:nvSpPr>
          <p:cNvPr id="104" name="Rectangle: Rounded Corners 103">
            <a:extLst>
              <a:ext uri="{FF2B5EF4-FFF2-40B4-BE49-F238E27FC236}">
                <a16:creationId xmlns:a16="http://schemas.microsoft.com/office/drawing/2014/main" id="{C5DA6F1B-8FCD-997F-7031-D00D96AB3311}"/>
              </a:ext>
            </a:extLst>
          </p:cNvPr>
          <p:cNvSpPr/>
          <p:nvPr/>
        </p:nvSpPr>
        <p:spPr>
          <a:xfrm>
            <a:off x="585216" y="513167"/>
            <a:ext cx="10800469" cy="3616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Product Launch Planner</a:t>
            </a:r>
          </a:p>
        </p:txBody>
      </p:sp>
      <p:sp>
        <p:nvSpPr>
          <p:cNvPr id="105" name="Rectangle: Rounded Corners 104">
            <a:extLst>
              <a:ext uri="{FF2B5EF4-FFF2-40B4-BE49-F238E27FC236}">
                <a16:creationId xmlns:a16="http://schemas.microsoft.com/office/drawing/2014/main" id="{C2F2C042-9952-6091-3096-8C70843EBBFC}"/>
              </a:ext>
            </a:extLst>
          </p:cNvPr>
          <p:cNvSpPr/>
          <p:nvPr/>
        </p:nvSpPr>
        <p:spPr>
          <a:xfrm>
            <a:off x="9286459" y="2152409"/>
            <a:ext cx="1018739" cy="640407"/>
          </a:xfrm>
          <a:prstGeom prst="roundRect">
            <a:avLst>
              <a:gd name="adj" fmla="val 845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E-Learning Completion Report</a:t>
            </a:r>
          </a:p>
        </p:txBody>
      </p:sp>
    </p:spTree>
    <p:extLst>
      <p:ext uri="{BB962C8B-B14F-4D97-AF65-F5344CB8AC3E}">
        <p14:creationId xmlns:p14="http://schemas.microsoft.com/office/powerpoint/2010/main" val="32629703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UVaNioeQEy1srSxzx_jYw"/>
</p:tagLst>
</file>

<file path=ppt/tags/tag3.xml><?xml version="1.0" encoding="utf-8"?>
<p:tagLst xmlns:a="http://schemas.openxmlformats.org/drawingml/2006/main" xmlns:r="http://schemas.openxmlformats.org/officeDocument/2006/relationships" xmlns:p="http://schemas.openxmlformats.org/presentationml/2006/main">
  <p:tag name="NAME" val="Moon"/>
</p:tagLst>
</file>

<file path=ppt/tags/tag4.xml><?xml version="1.0" encoding="utf-8"?>
<p:tagLst xmlns:a="http://schemas.openxmlformats.org/drawingml/2006/main" xmlns:r="http://schemas.openxmlformats.org/officeDocument/2006/relationships" xmlns:p="http://schemas.openxmlformats.org/presentationml/2006/main">
  <p:tag name="NAME" val="Moon"/>
</p:tagLst>
</file>

<file path=ppt/tags/tag5.xml><?xml version="1.0" encoding="utf-8"?>
<p:tagLst xmlns:a="http://schemas.openxmlformats.org/drawingml/2006/main" xmlns:r="http://schemas.openxmlformats.org/officeDocument/2006/relationships" xmlns:p="http://schemas.openxmlformats.org/presentationml/2006/main">
  <p:tag name="NAME" val="Moon"/>
</p:tagLst>
</file>

<file path=ppt/tags/tag6.xml><?xml version="1.0" encoding="utf-8"?>
<p:tagLst xmlns:a="http://schemas.openxmlformats.org/drawingml/2006/main" xmlns:r="http://schemas.openxmlformats.org/officeDocument/2006/relationships" xmlns:p="http://schemas.openxmlformats.org/presentationml/2006/main">
  <p:tag name="NAME" val="Moon"/>
</p:tagLst>
</file>

<file path=ppt/tags/tag7.xml><?xml version="1.0" encoding="utf-8"?>
<p:tagLst xmlns:a="http://schemas.openxmlformats.org/drawingml/2006/main" xmlns:r="http://schemas.openxmlformats.org/officeDocument/2006/relationships" xmlns:p="http://schemas.openxmlformats.org/presentationml/2006/main">
  <p:tag name="NAME" val="Moon"/>
</p:tagLst>
</file>

<file path=ppt/tags/tag8.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9.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0.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11.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12.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13.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14.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15.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16.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17.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NpmnrZ8vQpKPicA3hWDt9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c88emyrsxVN7Fn9gWiMUh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NpmnrZ8vQpKPicA3hWDt9Q"/>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IIlaAegcgmCXpNeI_YaoIg"/>
</p:tagLst>
</file>

<file path=ppt/theme/theme1.xml><?xml version="1.0" encoding="utf-8"?>
<a:theme xmlns:a="http://schemas.openxmlformats.org/drawingml/2006/main" name="Al Futtaim_CF_DE1410">
  <a:themeElements>
    <a:clrScheme name="Current">
      <a:dk1>
        <a:srgbClr val="000000"/>
      </a:dk1>
      <a:lt1>
        <a:srgbClr val="FFFFFF"/>
      </a:lt1>
      <a:dk2>
        <a:srgbClr val="005BAA"/>
      </a:dk2>
      <a:lt2>
        <a:srgbClr val="FFFFFF"/>
      </a:lt2>
      <a:accent1>
        <a:srgbClr val="E6E6E6"/>
      </a:accent1>
      <a:accent2>
        <a:srgbClr val="00AEE5"/>
      </a:accent2>
      <a:accent3>
        <a:srgbClr val="005BAA"/>
      </a:accent3>
      <a:accent4>
        <a:srgbClr val="152A38"/>
      </a:accent4>
      <a:accent5>
        <a:srgbClr val="238077"/>
      </a:accent5>
      <a:accent6>
        <a:srgbClr val="808080"/>
      </a:accent6>
      <a:hlink>
        <a:srgbClr val="005BAA"/>
      </a:hlink>
      <a:folHlink>
        <a:srgbClr val="152A38"/>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Al Futtaim_CF_DE1410 1">
        <a:dk1>
          <a:srgbClr val="000000"/>
        </a:dk1>
        <a:lt1>
          <a:srgbClr val="FFFFFF"/>
        </a:lt1>
        <a:dk2>
          <a:srgbClr val="005BAA"/>
        </a:dk2>
        <a:lt2>
          <a:srgbClr val="FFFFFF"/>
        </a:lt2>
        <a:accent1>
          <a:srgbClr val="E6E6E6"/>
        </a:accent1>
        <a:accent2>
          <a:srgbClr val="00AEE5"/>
        </a:accent2>
        <a:accent3>
          <a:srgbClr val="FFFFFF"/>
        </a:accent3>
        <a:accent4>
          <a:srgbClr val="000000"/>
        </a:accent4>
        <a:accent5>
          <a:srgbClr val="F0F0F0"/>
        </a:accent5>
        <a:accent6>
          <a:srgbClr val="009DCF"/>
        </a:accent6>
        <a:hlink>
          <a:srgbClr val="005BAA"/>
        </a:hlink>
        <a:folHlink>
          <a:srgbClr val="152A3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E2B687F4-C80B-429C-83E3-3A7977242714}" vid="{2ED9FEF6-438C-4F08-BC00-FC2DE24B45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1722</Words>
  <Application>Microsoft Office PowerPoint</Application>
  <PresentationFormat>Widescreen</PresentationFormat>
  <Paragraphs>849</Paragraphs>
  <Slides>5</Slides>
  <Notes>5</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3" baseType="lpstr">
      <vt:lpstr>Arial</vt:lpstr>
      <vt:lpstr>Calibri</vt:lpstr>
      <vt:lpstr>Calibri Light</vt:lpstr>
      <vt:lpstr>Daytona</vt:lpstr>
      <vt:lpstr>Verdana</vt:lpstr>
      <vt:lpstr>Al Futtaim_CF_DE1410</vt:lpstr>
      <vt:lpstr>Office Theme</vt:lpstr>
      <vt:lpstr>think-cell Slide</vt:lpstr>
      <vt:lpstr>AATC Sales &amp; Product Training Curriculum  </vt:lpstr>
      <vt:lpstr>PowerPoint Presentation</vt:lpstr>
      <vt:lpstr>PowerPoint Presentation</vt:lpstr>
      <vt:lpstr>PowerPoint Presentation</vt:lpstr>
      <vt:lpstr>PowerPoint Presentation</vt:lpstr>
    </vt:vector>
  </TitlesOfParts>
  <Company>Alfuttaim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AATC Sales &amp; Product Training Curriculum  </dc:title>
  <dc:creator>Peter Louchran</dc:creator>
  <cp:lastModifiedBy>Fatma Alsagaf</cp:lastModifiedBy>
  <cp:revision>1</cp:revision>
  <dcterms:created xsi:type="dcterms:W3CDTF">2024-01-09T06:52:42Z</dcterms:created>
  <dcterms:modified xsi:type="dcterms:W3CDTF">2025-11-18T12:51:44Z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8fbed80-72d0-4b8d-b688-a17c05b1b4f3_Enabled">
    <vt:lpwstr>true</vt:lpwstr>
  </property>
  <property fmtid="{D5CDD505-2E9C-101B-9397-08002B2CF9AE}" pid="3" name="MSIP_Label_58fbed80-72d0-4b8d-b688-a17c05b1b4f3_SetDate">
    <vt:lpwstr>2025-10-20T11:06:21Z</vt:lpwstr>
  </property>
  <property fmtid="{D5CDD505-2E9C-101B-9397-08002B2CF9AE}" pid="4" name="MSIP_Label_58fbed80-72d0-4b8d-b688-a17c05b1b4f3_Method">
    <vt:lpwstr>Standard</vt:lpwstr>
  </property>
  <property fmtid="{D5CDD505-2E9C-101B-9397-08002B2CF9AE}" pid="5" name="MSIP_Label_58fbed80-72d0-4b8d-b688-a17c05b1b4f3_Name">
    <vt:lpwstr>Confidential External</vt:lpwstr>
  </property>
  <property fmtid="{D5CDD505-2E9C-101B-9397-08002B2CF9AE}" pid="6" name="MSIP_Label_58fbed80-72d0-4b8d-b688-a17c05b1b4f3_SiteId">
    <vt:lpwstr>79ddd250-40e1-4d41-ba0f-c9e9849725cb</vt:lpwstr>
  </property>
  <property fmtid="{D5CDD505-2E9C-101B-9397-08002B2CF9AE}" pid="7" name="MSIP_Label_58fbed80-72d0-4b8d-b688-a17c05b1b4f3_ActionId">
    <vt:lpwstr>097c04aa-136d-4a4b-866a-2e42e89e07f0</vt:lpwstr>
  </property>
  <property fmtid="{D5CDD505-2E9C-101B-9397-08002B2CF9AE}" pid="8" name="MSIP_Label_58fbed80-72d0-4b8d-b688-a17c05b1b4f3_ContentBits">
    <vt:lpwstr>2</vt:lpwstr>
  </property>
  <property fmtid="{D5CDD505-2E9C-101B-9397-08002B2CF9AE}" pid="9" name="ClassificationContentMarkingFooterLocations">
    <vt:lpwstr>Al Futtaim_CF_DE1410:4\Office Theme:8</vt:lpwstr>
  </property>
  <property fmtid="{D5CDD505-2E9C-101B-9397-08002B2CF9AE}" pid="10" name="ClassificationContentMarkingFooterText">
    <vt:lpwstr>Confidential - External Al-Futtaim</vt:lpwstr>
  </property>
</Properties>
</file>